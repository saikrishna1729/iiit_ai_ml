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embeddedFontLst>
    <p:embeddedFont>
      <p:font typeface="Robo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19" roundtripDataSignature="AMtx7mh8JjnGnowDAYk4k5gyh35WBLV2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regular.fntdata"/><Relationship Id="rId14" Type="http://schemas.openxmlformats.org/officeDocument/2006/relationships/slide" Target="slides/slide9.xml"/><Relationship Id="rId17" Type="http://schemas.openxmlformats.org/officeDocument/2006/relationships/font" Target="fonts/Roboto-italic.fntdata"/><Relationship Id="rId16" Type="http://schemas.openxmlformats.org/officeDocument/2006/relationships/font" Target="fonts/Roboto-bold.fntdata"/><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08" name="Google Shape;10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15" name="Google Shape;11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b35eae3199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g1b35eae3199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 name="Google Shape;138;g1b35eae3199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b35eae3199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g1b35eae3199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g1b35eae3199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 name="Google Shape;16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67" name="Google Shape;16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9"/>
          <p:cNvSpPr txBox="1"/>
          <p:nvPr>
            <p:ph type="ctrTitle"/>
          </p:nvPr>
        </p:nvSpPr>
        <p:spPr>
          <a:xfrm>
            <a:off x="914400" y="2130425"/>
            <a:ext cx="103632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accent1"/>
              </a:buClr>
              <a:buSzPts val="36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9"/>
          <p:cNvSpPr txBox="1"/>
          <p:nvPr>
            <p:ph idx="1" type="subTitle"/>
          </p:nvPr>
        </p:nvSpPr>
        <p:spPr>
          <a:xfrm>
            <a:off x="2961564" y="3777016"/>
            <a:ext cx="6373505" cy="958755"/>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00"/>
              </a:spcBef>
              <a:spcAft>
                <a:spcPts val="0"/>
              </a:spcAft>
              <a:buClr>
                <a:srgbClr val="3F3F3F"/>
              </a:buClr>
              <a:buSzPts val="3200"/>
              <a:buNone/>
              <a:defRPr>
                <a:solidFill>
                  <a:srgbClr val="3F3F3F"/>
                </a:solidFill>
              </a:defRPr>
            </a:lvl1pPr>
            <a:lvl2pPr lvl="1" algn="ctr">
              <a:lnSpc>
                <a:spcPct val="100000"/>
              </a:lnSpc>
              <a:spcBef>
                <a:spcPts val="600"/>
              </a:spcBef>
              <a:spcAft>
                <a:spcPts val="0"/>
              </a:spcAft>
              <a:buClr>
                <a:srgbClr val="888888"/>
              </a:buClr>
              <a:buSzPts val="2800"/>
              <a:buNone/>
              <a:defRPr>
                <a:solidFill>
                  <a:srgbClr val="888888"/>
                </a:solidFill>
              </a:defRPr>
            </a:lvl2pPr>
            <a:lvl3pPr lvl="2" algn="ctr">
              <a:lnSpc>
                <a:spcPct val="100000"/>
              </a:lnSpc>
              <a:spcBef>
                <a:spcPts val="600"/>
              </a:spcBef>
              <a:spcAft>
                <a:spcPts val="0"/>
              </a:spcAft>
              <a:buClr>
                <a:srgbClr val="888888"/>
              </a:buClr>
              <a:buSzPts val="2400"/>
              <a:buNone/>
              <a:defRPr>
                <a:solidFill>
                  <a:srgbClr val="888888"/>
                </a:solidFill>
              </a:defRPr>
            </a:lvl3pPr>
            <a:lvl4pPr lvl="3" algn="ctr">
              <a:lnSpc>
                <a:spcPct val="100000"/>
              </a:lnSpc>
              <a:spcBef>
                <a:spcPts val="600"/>
              </a:spcBef>
              <a:spcAft>
                <a:spcPts val="0"/>
              </a:spcAft>
              <a:buClr>
                <a:srgbClr val="888888"/>
              </a:buClr>
              <a:buSzPts val="2000"/>
              <a:buNone/>
              <a:defRPr>
                <a:solidFill>
                  <a:srgbClr val="888888"/>
                </a:solidFill>
              </a:defRPr>
            </a:lvl4pPr>
            <a:lvl5pPr lvl="4" algn="ctr">
              <a:lnSpc>
                <a:spcPct val="100000"/>
              </a:lnSpc>
              <a:spcBef>
                <a:spcPts val="6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6" name="Google Shape;16;p9"/>
          <p:cNvSpPr txBox="1"/>
          <p:nvPr>
            <p:ph idx="12" type="sldNum"/>
          </p:nvPr>
        </p:nvSpPr>
        <p:spPr>
          <a:xfrm>
            <a:off x="11546006" y="6492875"/>
            <a:ext cx="64599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7" name="Google Shape;17;p9"/>
          <p:cNvCxnSpPr/>
          <p:nvPr/>
        </p:nvCxnSpPr>
        <p:spPr>
          <a:xfrm>
            <a:off x="9279031" y="4235851"/>
            <a:ext cx="865471" cy="0"/>
          </a:xfrm>
          <a:prstGeom prst="straightConnector1">
            <a:avLst/>
          </a:prstGeom>
          <a:noFill/>
          <a:ln cap="flat" cmpd="sng" w="76200">
            <a:solidFill>
              <a:srgbClr val="A5A5A5"/>
            </a:solidFill>
            <a:prstDash val="solid"/>
            <a:round/>
            <a:headEnd len="sm" w="sm" type="none"/>
            <a:tailEnd len="sm" w="sm" type="none"/>
          </a:ln>
        </p:spPr>
      </p:cxnSp>
      <p:cxnSp>
        <p:nvCxnSpPr>
          <p:cNvPr id="18" name="Google Shape;18;p9"/>
          <p:cNvCxnSpPr/>
          <p:nvPr/>
        </p:nvCxnSpPr>
        <p:spPr>
          <a:xfrm>
            <a:off x="2035431" y="4211003"/>
            <a:ext cx="865471" cy="0"/>
          </a:xfrm>
          <a:prstGeom prst="straightConnector1">
            <a:avLst/>
          </a:prstGeom>
          <a:noFill/>
          <a:ln cap="flat" cmpd="sng" w="76200">
            <a:solidFill>
              <a:srgbClr val="A5A5A5"/>
            </a:solidFill>
            <a:prstDash val="solid"/>
            <a:round/>
            <a:headEnd len="sm" w="sm" type="none"/>
            <a:tailEnd len="sm" w="sm" type="none"/>
          </a:ln>
        </p:spPr>
      </p:cxnSp>
      <p:grpSp>
        <p:nvGrpSpPr>
          <p:cNvPr id="19" name="Google Shape;19;p9"/>
          <p:cNvGrpSpPr/>
          <p:nvPr/>
        </p:nvGrpSpPr>
        <p:grpSpPr>
          <a:xfrm>
            <a:off x="518606" y="1362700"/>
            <a:ext cx="10986448" cy="494518"/>
            <a:chOff x="1346429" y="1011300"/>
            <a:chExt cx="6452100" cy="152400"/>
          </a:xfrm>
        </p:grpSpPr>
        <p:cxnSp>
          <p:nvCxnSpPr>
            <p:cNvPr id="20" name="Google Shape;20;p9"/>
            <p:cNvCxnSpPr/>
            <p:nvPr/>
          </p:nvCxnSpPr>
          <p:spPr>
            <a:xfrm rot="10800000">
              <a:off x="1346429" y="1011300"/>
              <a:ext cx="6452100" cy="0"/>
            </a:xfrm>
            <a:prstGeom prst="straightConnector1">
              <a:avLst/>
            </a:prstGeom>
            <a:noFill/>
            <a:ln cap="flat" cmpd="sng" w="76200">
              <a:solidFill>
                <a:srgbClr val="4DB6AC"/>
              </a:solidFill>
              <a:prstDash val="solid"/>
              <a:round/>
              <a:headEnd len="sm" w="sm" type="none"/>
              <a:tailEnd len="sm" w="sm" type="none"/>
            </a:ln>
          </p:spPr>
        </p:cxnSp>
        <p:cxnSp>
          <p:nvCxnSpPr>
            <p:cNvPr id="21" name="Google Shape;21;p9"/>
            <p:cNvCxnSpPr/>
            <p:nvPr/>
          </p:nvCxnSpPr>
          <p:spPr>
            <a:xfrm rot="10800000">
              <a:off x="1346429" y="1163700"/>
              <a:ext cx="6452100" cy="0"/>
            </a:xfrm>
            <a:prstGeom prst="straightConnector1">
              <a:avLst/>
            </a:prstGeom>
            <a:noFill/>
            <a:ln cap="flat" cmpd="sng" w="9525">
              <a:solidFill>
                <a:srgbClr val="4DB6AC"/>
              </a:solidFill>
              <a:prstDash val="solid"/>
              <a:round/>
              <a:headEnd len="sm" w="sm" type="none"/>
              <a:tailEnd len="sm" w="sm" type="none"/>
            </a:ln>
          </p:spPr>
        </p:cxnSp>
      </p:grpSp>
      <p:grpSp>
        <p:nvGrpSpPr>
          <p:cNvPr id="22" name="Google Shape;22;p9"/>
          <p:cNvGrpSpPr/>
          <p:nvPr/>
        </p:nvGrpSpPr>
        <p:grpSpPr>
          <a:xfrm>
            <a:off x="518616" y="5292133"/>
            <a:ext cx="10986448" cy="494518"/>
            <a:chOff x="1346435" y="3969088"/>
            <a:chExt cx="6452100" cy="152400"/>
          </a:xfrm>
        </p:grpSpPr>
        <p:cxnSp>
          <p:nvCxnSpPr>
            <p:cNvPr id="23" name="Google Shape;23;p9"/>
            <p:cNvCxnSpPr/>
            <p:nvPr/>
          </p:nvCxnSpPr>
          <p:spPr>
            <a:xfrm>
              <a:off x="1346435" y="4121488"/>
              <a:ext cx="6452100" cy="0"/>
            </a:xfrm>
            <a:prstGeom prst="straightConnector1">
              <a:avLst/>
            </a:prstGeom>
            <a:noFill/>
            <a:ln cap="flat" cmpd="sng" w="76200">
              <a:solidFill>
                <a:srgbClr val="4DB6AC"/>
              </a:solidFill>
              <a:prstDash val="solid"/>
              <a:round/>
              <a:headEnd len="sm" w="sm" type="none"/>
              <a:tailEnd len="sm" w="sm" type="none"/>
            </a:ln>
          </p:spPr>
        </p:cxnSp>
        <p:cxnSp>
          <p:nvCxnSpPr>
            <p:cNvPr id="24" name="Google Shape;24;p9"/>
            <p:cNvCxnSpPr/>
            <p:nvPr/>
          </p:nvCxnSpPr>
          <p:spPr>
            <a:xfrm>
              <a:off x="1346435" y="3969088"/>
              <a:ext cx="6452100" cy="0"/>
            </a:xfrm>
            <a:prstGeom prst="straightConnector1">
              <a:avLst/>
            </a:prstGeom>
            <a:noFill/>
            <a:ln cap="flat" cmpd="sng" w="9525">
              <a:solidFill>
                <a:srgbClr val="4DB6AC"/>
              </a:solidFill>
              <a:prstDash val="solid"/>
              <a:round/>
              <a:headEnd len="sm" w="sm" type="none"/>
              <a:tailEnd len="sm" w="sm" type="none"/>
            </a:ln>
          </p:spPr>
        </p:cxnSp>
      </p:grpSp>
      <p:pic>
        <p:nvPicPr>
          <p:cNvPr id="25" name="Google Shape;25;p9"/>
          <p:cNvPicPr preferRelativeResize="0"/>
          <p:nvPr/>
        </p:nvPicPr>
        <p:blipFill rotWithShape="1">
          <a:blip r:embed="rId2">
            <a:alphaModFix/>
          </a:blip>
          <a:srcRect b="0" l="0" r="0" t="0"/>
          <a:stretch/>
        </p:blipFill>
        <p:spPr>
          <a:xfrm>
            <a:off x="6180800" y="422800"/>
            <a:ext cx="5324475" cy="6667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10"/>
          <p:cNvSpPr txBox="1"/>
          <p:nvPr>
            <p:ph type="title"/>
          </p:nvPr>
        </p:nvSpPr>
        <p:spPr>
          <a:xfrm>
            <a:off x="609600" y="191069"/>
            <a:ext cx="9544334" cy="846161"/>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0"/>
          <p:cNvSpPr txBox="1"/>
          <p:nvPr>
            <p:ph idx="1" type="body"/>
          </p:nvPr>
        </p:nvSpPr>
        <p:spPr>
          <a:xfrm>
            <a:off x="609600" y="1160060"/>
            <a:ext cx="10972800" cy="5349922"/>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00"/>
              </a:spcBef>
              <a:spcAft>
                <a:spcPts val="0"/>
              </a:spcAft>
              <a:buClr>
                <a:schemeClr val="dk1"/>
              </a:buClr>
              <a:buSzPts val="3200"/>
              <a:buChar char="•"/>
              <a:defRPr/>
            </a:lvl1pPr>
            <a:lvl2pPr indent="-406400" lvl="1" marL="914400" algn="l">
              <a:lnSpc>
                <a:spcPct val="100000"/>
              </a:lnSpc>
              <a:spcBef>
                <a:spcPts val="0"/>
              </a:spcBef>
              <a:spcAft>
                <a:spcPts val="0"/>
              </a:spcAft>
              <a:buClr>
                <a:schemeClr val="dk1"/>
              </a:buClr>
              <a:buSzPts val="2800"/>
              <a:buChar char="–"/>
              <a:defRPr/>
            </a:lvl2pPr>
            <a:lvl3pPr indent="-381000" lvl="2" marL="1371600" algn="l">
              <a:lnSpc>
                <a:spcPct val="100000"/>
              </a:lnSpc>
              <a:spcBef>
                <a:spcPts val="600"/>
              </a:spcBef>
              <a:spcAft>
                <a:spcPts val="0"/>
              </a:spcAft>
              <a:buClr>
                <a:schemeClr val="dk1"/>
              </a:buClr>
              <a:buSzPts val="2400"/>
              <a:buChar char="•"/>
              <a:defRPr/>
            </a:lvl3pPr>
            <a:lvl4pPr indent="-355600" lvl="3" marL="1828800" algn="l">
              <a:lnSpc>
                <a:spcPct val="100000"/>
              </a:lnSpc>
              <a:spcBef>
                <a:spcPts val="600"/>
              </a:spcBef>
              <a:spcAft>
                <a:spcPts val="0"/>
              </a:spcAft>
              <a:buClr>
                <a:schemeClr val="dk1"/>
              </a:buClr>
              <a:buSzPts val="2000"/>
              <a:buChar char="–"/>
              <a:defRPr/>
            </a:lvl4pPr>
            <a:lvl5pPr indent="-355600" lvl="4" marL="2286000" algn="l">
              <a:lnSpc>
                <a:spcPct val="100000"/>
              </a:lnSpc>
              <a:spcBef>
                <a:spcPts val="6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 name="Google Shape;29;p10"/>
          <p:cNvSpPr txBox="1"/>
          <p:nvPr>
            <p:ph idx="12" type="sldNum"/>
          </p:nvPr>
        </p:nvSpPr>
        <p:spPr>
          <a:xfrm>
            <a:off x="11582400" y="6492875"/>
            <a:ext cx="609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30" name="Google Shape;30;p10"/>
          <p:cNvPicPr preferRelativeResize="0"/>
          <p:nvPr/>
        </p:nvPicPr>
        <p:blipFill rotWithShape="1">
          <a:blip r:embed="rId2">
            <a:alphaModFix/>
          </a:blip>
          <a:srcRect b="0" l="0" r="0" t="0"/>
          <a:stretch/>
        </p:blipFill>
        <p:spPr>
          <a:xfrm>
            <a:off x="6663013" y="99400"/>
            <a:ext cx="5324475" cy="6667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11"/>
          <p:cNvSpPr txBox="1"/>
          <p:nvPr>
            <p:ph type="title"/>
          </p:nvPr>
        </p:nvSpPr>
        <p:spPr>
          <a:xfrm>
            <a:off x="609600" y="191069"/>
            <a:ext cx="9517039" cy="846161"/>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1"/>
          <p:cNvSpPr txBox="1"/>
          <p:nvPr>
            <p:ph idx="1" type="body"/>
          </p:nvPr>
        </p:nvSpPr>
        <p:spPr>
          <a:xfrm>
            <a:off x="609600" y="1160060"/>
            <a:ext cx="5410200" cy="5322627"/>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600"/>
              </a:spcBef>
              <a:spcAft>
                <a:spcPts val="0"/>
              </a:spcAft>
              <a:buClr>
                <a:schemeClr val="dk1"/>
              </a:buClr>
              <a:buSzPts val="2800"/>
              <a:buChar char="•"/>
              <a:defRPr sz="2800"/>
            </a:lvl1pPr>
            <a:lvl2pPr indent="-381000" lvl="1" marL="914400" algn="l">
              <a:lnSpc>
                <a:spcPct val="100000"/>
              </a:lnSpc>
              <a:spcBef>
                <a:spcPts val="600"/>
              </a:spcBef>
              <a:spcAft>
                <a:spcPts val="0"/>
              </a:spcAft>
              <a:buClr>
                <a:schemeClr val="dk1"/>
              </a:buClr>
              <a:buSzPts val="2400"/>
              <a:buChar char="–"/>
              <a:defRPr sz="2400"/>
            </a:lvl2pPr>
            <a:lvl3pPr indent="-355600" lvl="2" marL="1371600" algn="l">
              <a:lnSpc>
                <a:spcPct val="100000"/>
              </a:lnSpc>
              <a:spcBef>
                <a:spcPts val="600"/>
              </a:spcBef>
              <a:spcAft>
                <a:spcPts val="0"/>
              </a:spcAft>
              <a:buClr>
                <a:schemeClr val="dk1"/>
              </a:buClr>
              <a:buSzPts val="2000"/>
              <a:buChar char="•"/>
              <a:defRPr sz="2000"/>
            </a:lvl3pPr>
            <a:lvl4pPr indent="-342900" lvl="3" marL="1828800" algn="l">
              <a:lnSpc>
                <a:spcPct val="100000"/>
              </a:lnSpc>
              <a:spcBef>
                <a:spcPts val="600"/>
              </a:spcBef>
              <a:spcAft>
                <a:spcPts val="0"/>
              </a:spcAft>
              <a:buClr>
                <a:schemeClr val="dk1"/>
              </a:buClr>
              <a:buSzPts val="1800"/>
              <a:buChar char="–"/>
              <a:defRPr sz="1800"/>
            </a:lvl4pPr>
            <a:lvl5pPr indent="-342900" lvl="4" marL="2286000" algn="l">
              <a:lnSpc>
                <a:spcPct val="100000"/>
              </a:lnSpc>
              <a:spcBef>
                <a:spcPts val="60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4" name="Google Shape;34;p11"/>
          <p:cNvSpPr txBox="1"/>
          <p:nvPr>
            <p:ph idx="2" type="body"/>
          </p:nvPr>
        </p:nvSpPr>
        <p:spPr>
          <a:xfrm>
            <a:off x="6335973" y="1173707"/>
            <a:ext cx="5410200" cy="5281684"/>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600"/>
              </a:spcBef>
              <a:spcAft>
                <a:spcPts val="0"/>
              </a:spcAft>
              <a:buClr>
                <a:schemeClr val="dk1"/>
              </a:buClr>
              <a:buSzPts val="2800"/>
              <a:buChar char="•"/>
              <a:defRPr sz="2800"/>
            </a:lvl1pPr>
            <a:lvl2pPr indent="-381000" lvl="1" marL="914400" algn="l">
              <a:lnSpc>
                <a:spcPct val="100000"/>
              </a:lnSpc>
              <a:spcBef>
                <a:spcPts val="600"/>
              </a:spcBef>
              <a:spcAft>
                <a:spcPts val="0"/>
              </a:spcAft>
              <a:buClr>
                <a:schemeClr val="dk1"/>
              </a:buClr>
              <a:buSzPts val="2400"/>
              <a:buChar char="–"/>
              <a:defRPr sz="2400"/>
            </a:lvl2pPr>
            <a:lvl3pPr indent="-355600" lvl="2" marL="1371600" algn="l">
              <a:lnSpc>
                <a:spcPct val="100000"/>
              </a:lnSpc>
              <a:spcBef>
                <a:spcPts val="600"/>
              </a:spcBef>
              <a:spcAft>
                <a:spcPts val="0"/>
              </a:spcAft>
              <a:buClr>
                <a:schemeClr val="dk1"/>
              </a:buClr>
              <a:buSzPts val="2000"/>
              <a:buChar char="•"/>
              <a:defRPr sz="2000"/>
            </a:lvl3pPr>
            <a:lvl4pPr indent="-342900" lvl="3" marL="1828800" algn="l">
              <a:lnSpc>
                <a:spcPct val="100000"/>
              </a:lnSpc>
              <a:spcBef>
                <a:spcPts val="600"/>
              </a:spcBef>
              <a:spcAft>
                <a:spcPts val="0"/>
              </a:spcAft>
              <a:buClr>
                <a:schemeClr val="dk1"/>
              </a:buClr>
              <a:buSzPts val="1800"/>
              <a:buChar char="–"/>
              <a:defRPr sz="1800"/>
            </a:lvl4pPr>
            <a:lvl5pPr indent="-342900" lvl="4" marL="2286000" algn="l">
              <a:lnSpc>
                <a:spcPct val="100000"/>
              </a:lnSpc>
              <a:spcBef>
                <a:spcPts val="60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5" name="Google Shape;35;p11"/>
          <p:cNvSpPr txBox="1"/>
          <p:nvPr>
            <p:ph idx="12" type="sldNum"/>
          </p:nvPr>
        </p:nvSpPr>
        <p:spPr>
          <a:xfrm>
            <a:off x="11491414" y="6492875"/>
            <a:ext cx="70058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36" name="Google Shape;36;p11"/>
          <p:cNvPicPr preferRelativeResize="0"/>
          <p:nvPr/>
        </p:nvPicPr>
        <p:blipFill rotWithShape="1">
          <a:blip r:embed="rId2">
            <a:alphaModFix/>
          </a:blip>
          <a:srcRect b="0" l="0" r="0" t="0"/>
          <a:stretch/>
        </p:blipFill>
        <p:spPr>
          <a:xfrm>
            <a:off x="6579788" y="191075"/>
            <a:ext cx="5324475" cy="66675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1_Thanks">
    <p:spTree>
      <p:nvGrpSpPr>
        <p:cNvPr id="37" name="Shape 37"/>
        <p:cNvGrpSpPr/>
        <p:nvPr/>
      </p:nvGrpSpPr>
      <p:grpSpPr>
        <a:xfrm>
          <a:off x="0" y="0"/>
          <a:ext cx="0" cy="0"/>
          <a:chOff x="0" y="0"/>
          <a:chExt cx="0" cy="0"/>
        </a:xfrm>
      </p:grpSpPr>
      <p:sp>
        <p:nvSpPr>
          <p:cNvPr id="38" name="Google Shape;38;p12"/>
          <p:cNvSpPr txBox="1"/>
          <p:nvPr>
            <p:ph idx="12" type="sldNum"/>
          </p:nvPr>
        </p:nvSpPr>
        <p:spPr>
          <a:xfrm>
            <a:off x="11450472" y="6492875"/>
            <a:ext cx="74152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9" name="Google Shape;39;p12"/>
          <p:cNvSpPr txBox="1"/>
          <p:nvPr>
            <p:ph idx="1" type="body"/>
          </p:nvPr>
        </p:nvSpPr>
        <p:spPr>
          <a:xfrm>
            <a:off x="2416175" y="2511425"/>
            <a:ext cx="7342188" cy="87322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600"/>
              </a:spcBef>
              <a:spcAft>
                <a:spcPts val="0"/>
              </a:spcAft>
              <a:buClr>
                <a:schemeClr val="accent1"/>
              </a:buClr>
              <a:buSzPts val="4400"/>
              <a:buNone/>
              <a:defRPr b="1" sz="4400">
                <a:solidFill>
                  <a:schemeClr val="accent1"/>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0" name="Google Shape;40;p12"/>
          <p:cNvSpPr txBox="1"/>
          <p:nvPr>
            <p:ph idx="2" type="body"/>
          </p:nvPr>
        </p:nvSpPr>
        <p:spPr>
          <a:xfrm>
            <a:off x="2455863" y="3398838"/>
            <a:ext cx="7302286" cy="91440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600"/>
              </a:spcBef>
              <a:spcAft>
                <a:spcPts val="0"/>
              </a:spcAft>
              <a:buClr>
                <a:schemeClr val="dk1"/>
              </a:buClr>
              <a:buSzPts val="3200"/>
              <a:buNone/>
              <a:defRPr b="1"/>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41" name="Google Shape;41;p12"/>
          <p:cNvPicPr preferRelativeResize="0"/>
          <p:nvPr/>
        </p:nvPicPr>
        <p:blipFill rotWithShape="1">
          <a:blip r:embed="rId2">
            <a:alphaModFix/>
          </a:blip>
          <a:srcRect b="0" l="0" r="0" t="0"/>
          <a:stretch/>
        </p:blipFill>
        <p:spPr>
          <a:xfrm>
            <a:off x="6644200" y="285550"/>
            <a:ext cx="5324475" cy="66675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42" name="Shape 42"/>
        <p:cNvGrpSpPr/>
        <p:nvPr/>
      </p:nvGrpSpPr>
      <p:grpSpPr>
        <a:xfrm>
          <a:off x="0" y="0"/>
          <a:ext cx="0" cy="0"/>
          <a:chOff x="0" y="0"/>
          <a:chExt cx="0" cy="0"/>
        </a:xfrm>
      </p:grpSpPr>
      <p:sp>
        <p:nvSpPr>
          <p:cNvPr id="43" name="Google Shape;43;p13"/>
          <p:cNvSpPr txBox="1"/>
          <p:nvPr>
            <p:ph type="ctrTitle"/>
          </p:nvPr>
        </p:nvSpPr>
        <p:spPr>
          <a:xfrm>
            <a:off x="914400" y="2947916"/>
            <a:ext cx="10363200" cy="1212102"/>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accent1"/>
              </a:buClr>
              <a:buSzPts val="36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3"/>
          <p:cNvSpPr txBox="1"/>
          <p:nvPr>
            <p:ph idx="1" type="subTitle"/>
          </p:nvPr>
        </p:nvSpPr>
        <p:spPr>
          <a:xfrm>
            <a:off x="2961564" y="4336584"/>
            <a:ext cx="6373505" cy="958755"/>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00"/>
              </a:spcBef>
              <a:spcAft>
                <a:spcPts val="0"/>
              </a:spcAft>
              <a:buClr>
                <a:srgbClr val="3F3F3F"/>
              </a:buClr>
              <a:buSzPts val="3200"/>
              <a:buNone/>
              <a:defRPr>
                <a:solidFill>
                  <a:srgbClr val="3F3F3F"/>
                </a:solidFill>
              </a:defRPr>
            </a:lvl1pPr>
            <a:lvl2pPr lvl="1" algn="ctr">
              <a:lnSpc>
                <a:spcPct val="100000"/>
              </a:lnSpc>
              <a:spcBef>
                <a:spcPts val="600"/>
              </a:spcBef>
              <a:spcAft>
                <a:spcPts val="0"/>
              </a:spcAft>
              <a:buClr>
                <a:srgbClr val="888888"/>
              </a:buClr>
              <a:buSzPts val="2800"/>
              <a:buNone/>
              <a:defRPr>
                <a:solidFill>
                  <a:srgbClr val="888888"/>
                </a:solidFill>
              </a:defRPr>
            </a:lvl2pPr>
            <a:lvl3pPr lvl="2" algn="ctr">
              <a:lnSpc>
                <a:spcPct val="100000"/>
              </a:lnSpc>
              <a:spcBef>
                <a:spcPts val="600"/>
              </a:spcBef>
              <a:spcAft>
                <a:spcPts val="0"/>
              </a:spcAft>
              <a:buClr>
                <a:srgbClr val="888888"/>
              </a:buClr>
              <a:buSzPts val="2400"/>
              <a:buNone/>
              <a:defRPr>
                <a:solidFill>
                  <a:srgbClr val="888888"/>
                </a:solidFill>
              </a:defRPr>
            </a:lvl3pPr>
            <a:lvl4pPr lvl="3" algn="ctr">
              <a:lnSpc>
                <a:spcPct val="100000"/>
              </a:lnSpc>
              <a:spcBef>
                <a:spcPts val="600"/>
              </a:spcBef>
              <a:spcAft>
                <a:spcPts val="0"/>
              </a:spcAft>
              <a:buClr>
                <a:srgbClr val="888888"/>
              </a:buClr>
              <a:buSzPts val="2000"/>
              <a:buNone/>
              <a:defRPr>
                <a:solidFill>
                  <a:srgbClr val="888888"/>
                </a:solidFill>
              </a:defRPr>
            </a:lvl4pPr>
            <a:lvl5pPr lvl="4" algn="ctr">
              <a:lnSpc>
                <a:spcPct val="100000"/>
              </a:lnSpc>
              <a:spcBef>
                <a:spcPts val="6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45" name="Google Shape;45;p13"/>
          <p:cNvSpPr txBox="1"/>
          <p:nvPr>
            <p:ph idx="12" type="sldNum"/>
          </p:nvPr>
        </p:nvSpPr>
        <p:spPr>
          <a:xfrm>
            <a:off x="11546006" y="6492875"/>
            <a:ext cx="64599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46" name="Google Shape;46;p13"/>
          <p:cNvCxnSpPr/>
          <p:nvPr/>
        </p:nvCxnSpPr>
        <p:spPr>
          <a:xfrm>
            <a:off x="9279031" y="4795419"/>
            <a:ext cx="865471" cy="0"/>
          </a:xfrm>
          <a:prstGeom prst="straightConnector1">
            <a:avLst/>
          </a:prstGeom>
          <a:noFill/>
          <a:ln cap="flat" cmpd="sng" w="76200">
            <a:solidFill>
              <a:srgbClr val="A5A5A5"/>
            </a:solidFill>
            <a:prstDash val="solid"/>
            <a:round/>
            <a:headEnd len="sm" w="sm" type="none"/>
            <a:tailEnd len="sm" w="sm" type="none"/>
          </a:ln>
        </p:spPr>
      </p:cxnSp>
      <p:cxnSp>
        <p:nvCxnSpPr>
          <p:cNvPr id="47" name="Google Shape;47;p13"/>
          <p:cNvCxnSpPr/>
          <p:nvPr/>
        </p:nvCxnSpPr>
        <p:spPr>
          <a:xfrm>
            <a:off x="2035431" y="4770571"/>
            <a:ext cx="865471" cy="0"/>
          </a:xfrm>
          <a:prstGeom prst="straightConnector1">
            <a:avLst/>
          </a:prstGeom>
          <a:noFill/>
          <a:ln cap="flat" cmpd="sng" w="76200">
            <a:solidFill>
              <a:srgbClr val="A5A5A5"/>
            </a:solidFill>
            <a:prstDash val="solid"/>
            <a:round/>
            <a:headEnd len="sm" w="sm" type="none"/>
            <a:tailEnd len="sm" w="sm" type="none"/>
          </a:ln>
        </p:spPr>
      </p:cxnSp>
      <p:grpSp>
        <p:nvGrpSpPr>
          <p:cNvPr id="48" name="Google Shape;48;p13"/>
          <p:cNvGrpSpPr/>
          <p:nvPr/>
        </p:nvGrpSpPr>
        <p:grpSpPr>
          <a:xfrm>
            <a:off x="518616" y="5292133"/>
            <a:ext cx="10986448" cy="494518"/>
            <a:chOff x="1346435" y="3969088"/>
            <a:chExt cx="6452100" cy="152400"/>
          </a:xfrm>
        </p:grpSpPr>
        <p:cxnSp>
          <p:nvCxnSpPr>
            <p:cNvPr id="49" name="Google Shape;49;p13"/>
            <p:cNvCxnSpPr/>
            <p:nvPr/>
          </p:nvCxnSpPr>
          <p:spPr>
            <a:xfrm>
              <a:off x="1346435" y="4121488"/>
              <a:ext cx="6452100" cy="0"/>
            </a:xfrm>
            <a:prstGeom prst="straightConnector1">
              <a:avLst/>
            </a:prstGeom>
            <a:noFill/>
            <a:ln cap="flat" cmpd="sng" w="76200">
              <a:solidFill>
                <a:srgbClr val="4DB6AC"/>
              </a:solidFill>
              <a:prstDash val="solid"/>
              <a:round/>
              <a:headEnd len="sm" w="sm" type="none"/>
              <a:tailEnd len="sm" w="sm" type="none"/>
            </a:ln>
          </p:spPr>
        </p:cxnSp>
        <p:cxnSp>
          <p:nvCxnSpPr>
            <p:cNvPr id="50" name="Google Shape;50;p13"/>
            <p:cNvCxnSpPr/>
            <p:nvPr/>
          </p:nvCxnSpPr>
          <p:spPr>
            <a:xfrm>
              <a:off x="1346435" y="3969088"/>
              <a:ext cx="6452100" cy="0"/>
            </a:xfrm>
            <a:prstGeom prst="straightConnector1">
              <a:avLst/>
            </a:prstGeom>
            <a:noFill/>
            <a:ln cap="flat" cmpd="sng" w="9525">
              <a:solidFill>
                <a:srgbClr val="4DB6AC"/>
              </a:solidFill>
              <a:prstDash val="solid"/>
              <a:round/>
              <a:headEnd len="sm" w="sm" type="none"/>
              <a:tailEnd len="sm" w="sm" type="none"/>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1" name="Shape 51"/>
        <p:cNvGrpSpPr/>
        <p:nvPr/>
      </p:nvGrpSpPr>
      <p:grpSpPr>
        <a:xfrm>
          <a:off x="0" y="0"/>
          <a:ext cx="0" cy="0"/>
          <a:chOff x="0" y="0"/>
          <a:chExt cx="0" cy="0"/>
        </a:xfrm>
      </p:grpSpPr>
      <p:sp>
        <p:nvSpPr>
          <p:cNvPr id="52" name="Google Shape;52;p14"/>
          <p:cNvSpPr txBox="1"/>
          <p:nvPr>
            <p:ph type="title"/>
          </p:nvPr>
        </p:nvSpPr>
        <p:spPr>
          <a:xfrm>
            <a:off x="963613" y="4406900"/>
            <a:ext cx="103632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accent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4"/>
          <p:cNvSpPr txBox="1"/>
          <p:nvPr>
            <p:ph idx="1" type="body"/>
          </p:nvPr>
        </p:nvSpPr>
        <p:spPr>
          <a:xfrm>
            <a:off x="963613" y="2906713"/>
            <a:ext cx="103632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600"/>
              </a:spcBef>
              <a:spcAft>
                <a:spcPts val="0"/>
              </a:spcAft>
              <a:buClr>
                <a:srgbClr val="3F3F3F"/>
              </a:buClr>
              <a:buSzPts val="2000"/>
              <a:buNone/>
              <a:defRPr sz="2000">
                <a:solidFill>
                  <a:srgbClr val="3F3F3F"/>
                </a:solidFill>
              </a:defRPr>
            </a:lvl1pPr>
            <a:lvl2pPr indent="-228600" lvl="1" marL="914400" algn="l">
              <a:lnSpc>
                <a:spcPct val="100000"/>
              </a:lnSpc>
              <a:spcBef>
                <a:spcPts val="600"/>
              </a:spcBef>
              <a:spcAft>
                <a:spcPts val="0"/>
              </a:spcAft>
              <a:buClr>
                <a:srgbClr val="888888"/>
              </a:buClr>
              <a:buSzPts val="1800"/>
              <a:buNone/>
              <a:defRPr sz="1800">
                <a:solidFill>
                  <a:srgbClr val="888888"/>
                </a:solidFill>
              </a:defRPr>
            </a:lvl2pPr>
            <a:lvl3pPr indent="-228600" lvl="2" marL="1371600" algn="l">
              <a:lnSpc>
                <a:spcPct val="100000"/>
              </a:lnSpc>
              <a:spcBef>
                <a:spcPts val="600"/>
              </a:spcBef>
              <a:spcAft>
                <a:spcPts val="0"/>
              </a:spcAft>
              <a:buClr>
                <a:srgbClr val="888888"/>
              </a:buClr>
              <a:buSzPts val="1600"/>
              <a:buNone/>
              <a:defRPr sz="1600">
                <a:solidFill>
                  <a:srgbClr val="888888"/>
                </a:solidFill>
              </a:defRPr>
            </a:lvl3pPr>
            <a:lvl4pPr indent="-228600" lvl="3" marL="1828800" algn="l">
              <a:lnSpc>
                <a:spcPct val="100000"/>
              </a:lnSpc>
              <a:spcBef>
                <a:spcPts val="600"/>
              </a:spcBef>
              <a:spcAft>
                <a:spcPts val="0"/>
              </a:spcAft>
              <a:buClr>
                <a:srgbClr val="888888"/>
              </a:buClr>
              <a:buSzPts val="1400"/>
              <a:buNone/>
              <a:defRPr sz="1400">
                <a:solidFill>
                  <a:srgbClr val="888888"/>
                </a:solidFill>
              </a:defRPr>
            </a:lvl4pPr>
            <a:lvl5pPr indent="-228600" lvl="4" marL="2286000" algn="l">
              <a:lnSpc>
                <a:spcPct val="100000"/>
              </a:lnSpc>
              <a:spcBef>
                <a:spcPts val="60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54" name="Google Shape;54;p14"/>
          <p:cNvSpPr txBox="1"/>
          <p:nvPr>
            <p:ph idx="12" type="sldNum"/>
          </p:nvPr>
        </p:nvSpPr>
        <p:spPr>
          <a:xfrm>
            <a:off x="11600596" y="6492875"/>
            <a:ext cx="59140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55" name="Google Shape;55;p14"/>
          <p:cNvPicPr preferRelativeResize="0"/>
          <p:nvPr/>
        </p:nvPicPr>
        <p:blipFill rotWithShape="1">
          <a:blip r:embed="rId2">
            <a:alphaModFix/>
          </a:blip>
          <a:srcRect b="0" l="0" r="0" t="0"/>
          <a:stretch/>
        </p:blipFill>
        <p:spPr>
          <a:xfrm>
            <a:off x="9920667" y="136867"/>
            <a:ext cx="2128800" cy="676728"/>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 name="Shape 56"/>
        <p:cNvGrpSpPr/>
        <p:nvPr/>
      </p:nvGrpSpPr>
      <p:grpSpPr>
        <a:xfrm>
          <a:off x="0" y="0"/>
          <a:ext cx="0" cy="0"/>
          <a:chOff x="0" y="0"/>
          <a:chExt cx="0" cy="0"/>
        </a:xfrm>
      </p:grpSpPr>
      <p:sp>
        <p:nvSpPr>
          <p:cNvPr id="57" name="Google Shape;57;p15"/>
          <p:cNvSpPr txBox="1"/>
          <p:nvPr>
            <p:ph type="title"/>
          </p:nvPr>
        </p:nvSpPr>
        <p:spPr>
          <a:xfrm>
            <a:off x="609600" y="191069"/>
            <a:ext cx="9598925" cy="846161"/>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36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5"/>
          <p:cNvSpPr txBox="1"/>
          <p:nvPr>
            <p:ph idx="1" type="body"/>
          </p:nvPr>
        </p:nvSpPr>
        <p:spPr>
          <a:xfrm>
            <a:off x="609599" y="1180271"/>
            <a:ext cx="53863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600"/>
              </a:spcBef>
              <a:spcAft>
                <a:spcPts val="0"/>
              </a:spcAft>
              <a:buClr>
                <a:schemeClr val="dk1"/>
              </a:buClr>
              <a:buSzPts val="2800"/>
              <a:buNone/>
              <a:defRPr b="1" sz="2800"/>
            </a:lvl1pPr>
            <a:lvl2pPr indent="-228600" lvl="1" marL="914400" algn="l">
              <a:lnSpc>
                <a:spcPct val="100000"/>
              </a:lnSpc>
              <a:spcBef>
                <a:spcPts val="600"/>
              </a:spcBef>
              <a:spcAft>
                <a:spcPts val="0"/>
              </a:spcAft>
              <a:buClr>
                <a:schemeClr val="dk1"/>
              </a:buClr>
              <a:buSzPts val="2000"/>
              <a:buNone/>
              <a:defRPr b="1" sz="2000"/>
            </a:lvl2pPr>
            <a:lvl3pPr indent="-228600" lvl="2" marL="1371600" algn="l">
              <a:lnSpc>
                <a:spcPct val="100000"/>
              </a:lnSpc>
              <a:spcBef>
                <a:spcPts val="600"/>
              </a:spcBef>
              <a:spcAft>
                <a:spcPts val="0"/>
              </a:spcAft>
              <a:buClr>
                <a:schemeClr val="dk1"/>
              </a:buClr>
              <a:buSzPts val="1800"/>
              <a:buNone/>
              <a:defRPr b="1" sz="1800"/>
            </a:lvl3pPr>
            <a:lvl4pPr indent="-228600" lvl="3" marL="1828800" algn="l">
              <a:lnSpc>
                <a:spcPct val="100000"/>
              </a:lnSpc>
              <a:spcBef>
                <a:spcPts val="600"/>
              </a:spcBef>
              <a:spcAft>
                <a:spcPts val="0"/>
              </a:spcAft>
              <a:buClr>
                <a:schemeClr val="dk1"/>
              </a:buClr>
              <a:buSzPts val="1600"/>
              <a:buNone/>
              <a:defRPr b="1" sz="1600"/>
            </a:lvl4pPr>
            <a:lvl5pPr indent="-228600" lvl="4" marL="2286000" algn="l">
              <a:lnSpc>
                <a:spcPct val="100000"/>
              </a:lnSpc>
              <a:spcBef>
                <a:spcPts val="60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9" name="Google Shape;59;p15"/>
          <p:cNvSpPr txBox="1"/>
          <p:nvPr>
            <p:ph idx="2" type="body"/>
          </p:nvPr>
        </p:nvSpPr>
        <p:spPr>
          <a:xfrm>
            <a:off x="609600" y="1883390"/>
            <a:ext cx="5386388" cy="4626591"/>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600"/>
              </a:spcBef>
              <a:spcAft>
                <a:spcPts val="0"/>
              </a:spcAft>
              <a:buClr>
                <a:schemeClr val="dk1"/>
              </a:buClr>
              <a:buSzPts val="2800"/>
              <a:buChar char="•"/>
              <a:defRPr sz="2800"/>
            </a:lvl1pPr>
            <a:lvl2pPr indent="-381000" lvl="1" marL="914400" algn="l">
              <a:lnSpc>
                <a:spcPct val="100000"/>
              </a:lnSpc>
              <a:spcBef>
                <a:spcPts val="600"/>
              </a:spcBef>
              <a:spcAft>
                <a:spcPts val="0"/>
              </a:spcAft>
              <a:buClr>
                <a:schemeClr val="dk1"/>
              </a:buClr>
              <a:buSzPts val="2400"/>
              <a:buChar char="–"/>
              <a:defRPr sz="2400"/>
            </a:lvl2pPr>
            <a:lvl3pPr indent="-355600" lvl="2" marL="1371600" algn="l">
              <a:lnSpc>
                <a:spcPct val="100000"/>
              </a:lnSpc>
              <a:spcBef>
                <a:spcPts val="600"/>
              </a:spcBef>
              <a:spcAft>
                <a:spcPts val="0"/>
              </a:spcAft>
              <a:buClr>
                <a:schemeClr val="dk1"/>
              </a:buClr>
              <a:buSzPts val="2000"/>
              <a:buChar char="•"/>
              <a:defRPr sz="2000"/>
            </a:lvl3pPr>
            <a:lvl4pPr indent="-342900" lvl="3" marL="1828800" algn="l">
              <a:lnSpc>
                <a:spcPct val="100000"/>
              </a:lnSpc>
              <a:spcBef>
                <a:spcPts val="600"/>
              </a:spcBef>
              <a:spcAft>
                <a:spcPts val="0"/>
              </a:spcAft>
              <a:buClr>
                <a:schemeClr val="dk1"/>
              </a:buClr>
              <a:buSzPts val="1800"/>
              <a:buChar char="–"/>
              <a:defRPr sz="1800"/>
            </a:lvl4pPr>
            <a:lvl5pPr indent="-342900" lvl="4" marL="2286000" algn="l">
              <a:lnSpc>
                <a:spcPct val="100000"/>
              </a:lnSpc>
              <a:spcBef>
                <a:spcPts val="600"/>
              </a:spcBef>
              <a:spcAft>
                <a:spcPts val="0"/>
              </a:spcAft>
              <a:buClr>
                <a:schemeClr val="dk1"/>
              </a:buClr>
              <a:buSzPts val="1800"/>
              <a:buChar char="»"/>
              <a:defRPr sz="18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60" name="Google Shape;60;p15"/>
          <p:cNvSpPr txBox="1"/>
          <p:nvPr>
            <p:ph idx="3" type="body"/>
          </p:nvPr>
        </p:nvSpPr>
        <p:spPr>
          <a:xfrm>
            <a:off x="6192839" y="1166623"/>
            <a:ext cx="5389562"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600"/>
              </a:spcBef>
              <a:spcAft>
                <a:spcPts val="0"/>
              </a:spcAft>
              <a:buClr>
                <a:schemeClr val="dk1"/>
              </a:buClr>
              <a:buSzPts val="2800"/>
              <a:buNone/>
              <a:defRPr b="1" sz="2800"/>
            </a:lvl1pPr>
            <a:lvl2pPr indent="-228600" lvl="1" marL="914400" algn="l">
              <a:lnSpc>
                <a:spcPct val="100000"/>
              </a:lnSpc>
              <a:spcBef>
                <a:spcPts val="600"/>
              </a:spcBef>
              <a:spcAft>
                <a:spcPts val="0"/>
              </a:spcAft>
              <a:buClr>
                <a:schemeClr val="dk1"/>
              </a:buClr>
              <a:buSzPts val="2000"/>
              <a:buNone/>
              <a:defRPr b="1" sz="2000"/>
            </a:lvl2pPr>
            <a:lvl3pPr indent="-228600" lvl="2" marL="1371600" algn="l">
              <a:lnSpc>
                <a:spcPct val="100000"/>
              </a:lnSpc>
              <a:spcBef>
                <a:spcPts val="600"/>
              </a:spcBef>
              <a:spcAft>
                <a:spcPts val="0"/>
              </a:spcAft>
              <a:buClr>
                <a:schemeClr val="dk1"/>
              </a:buClr>
              <a:buSzPts val="1800"/>
              <a:buNone/>
              <a:defRPr b="1" sz="1800"/>
            </a:lvl3pPr>
            <a:lvl4pPr indent="-228600" lvl="3" marL="1828800" algn="l">
              <a:lnSpc>
                <a:spcPct val="100000"/>
              </a:lnSpc>
              <a:spcBef>
                <a:spcPts val="600"/>
              </a:spcBef>
              <a:spcAft>
                <a:spcPts val="0"/>
              </a:spcAft>
              <a:buClr>
                <a:schemeClr val="dk1"/>
              </a:buClr>
              <a:buSzPts val="1600"/>
              <a:buNone/>
              <a:defRPr b="1" sz="1600"/>
            </a:lvl4pPr>
            <a:lvl5pPr indent="-228600" lvl="4" marL="2286000" algn="l">
              <a:lnSpc>
                <a:spcPct val="100000"/>
              </a:lnSpc>
              <a:spcBef>
                <a:spcPts val="60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61" name="Google Shape;61;p15"/>
          <p:cNvSpPr txBox="1"/>
          <p:nvPr>
            <p:ph idx="4" type="body"/>
          </p:nvPr>
        </p:nvSpPr>
        <p:spPr>
          <a:xfrm>
            <a:off x="6192838" y="1842448"/>
            <a:ext cx="5389562" cy="4640239"/>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600"/>
              </a:spcBef>
              <a:spcAft>
                <a:spcPts val="0"/>
              </a:spcAft>
              <a:buClr>
                <a:schemeClr val="dk1"/>
              </a:buClr>
              <a:buSzPts val="2800"/>
              <a:buChar char="•"/>
              <a:defRPr sz="2800"/>
            </a:lvl1pPr>
            <a:lvl2pPr indent="-381000" lvl="1" marL="914400" algn="l">
              <a:lnSpc>
                <a:spcPct val="100000"/>
              </a:lnSpc>
              <a:spcBef>
                <a:spcPts val="600"/>
              </a:spcBef>
              <a:spcAft>
                <a:spcPts val="0"/>
              </a:spcAft>
              <a:buClr>
                <a:schemeClr val="dk1"/>
              </a:buClr>
              <a:buSzPts val="2400"/>
              <a:buChar char="–"/>
              <a:defRPr sz="2400"/>
            </a:lvl2pPr>
            <a:lvl3pPr indent="-355600" lvl="2" marL="1371600" algn="l">
              <a:lnSpc>
                <a:spcPct val="100000"/>
              </a:lnSpc>
              <a:spcBef>
                <a:spcPts val="600"/>
              </a:spcBef>
              <a:spcAft>
                <a:spcPts val="0"/>
              </a:spcAft>
              <a:buClr>
                <a:schemeClr val="dk1"/>
              </a:buClr>
              <a:buSzPts val="2000"/>
              <a:buChar char="•"/>
              <a:defRPr sz="2000"/>
            </a:lvl3pPr>
            <a:lvl4pPr indent="-342900" lvl="3" marL="1828800" algn="l">
              <a:lnSpc>
                <a:spcPct val="100000"/>
              </a:lnSpc>
              <a:spcBef>
                <a:spcPts val="600"/>
              </a:spcBef>
              <a:spcAft>
                <a:spcPts val="0"/>
              </a:spcAft>
              <a:buClr>
                <a:schemeClr val="dk1"/>
              </a:buClr>
              <a:buSzPts val="1800"/>
              <a:buChar char="–"/>
              <a:defRPr sz="1800"/>
            </a:lvl4pPr>
            <a:lvl5pPr indent="-342900" lvl="4" marL="2286000" algn="l">
              <a:lnSpc>
                <a:spcPct val="100000"/>
              </a:lnSpc>
              <a:spcBef>
                <a:spcPts val="600"/>
              </a:spcBef>
              <a:spcAft>
                <a:spcPts val="0"/>
              </a:spcAft>
              <a:buClr>
                <a:schemeClr val="dk1"/>
              </a:buClr>
              <a:buSzPts val="1800"/>
              <a:buChar char="»"/>
              <a:defRPr sz="18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62" name="Google Shape;62;p15"/>
          <p:cNvSpPr txBox="1"/>
          <p:nvPr>
            <p:ph idx="12" type="sldNum"/>
          </p:nvPr>
        </p:nvSpPr>
        <p:spPr>
          <a:xfrm>
            <a:off x="11600596" y="6492875"/>
            <a:ext cx="59140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63" name="Google Shape;63;p15"/>
          <p:cNvPicPr preferRelativeResize="0"/>
          <p:nvPr/>
        </p:nvPicPr>
        <p:blipFill rotWithShape="1">
          <a:blip r:embed="rId2">
            <a:alphaModFix/>
          </a:blip>
          <a:srcRect b="0" l="0" r="0" t="0"/>
          <a:stretch/>
        </p:blipFill>
        <p:spPr>
          <a:xfrm>
            <a:off x="9920667" y="164163"/>
            <a:ext cx="2128800" cy="676728"/>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16"/>
          <p:cNvSpPr txBox="1"/>
          <p:nvPr>
            <p:ph type="title"/>
          </p:nvPr>
        </p:nvSpPr>
        <p:spPr>
          <a:xfrm>
            <a:off x="609600" y="191069"/>
            <a:ext cx="9557982" cy="846161"/>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6"/>
          <p:cNvSpPr txBox="1"/>
          <p:nvPr>
            <p:ph idx="12" type="sldNum"/>
          </p:nvPr>
        </p:nvSpPr>
        <p:spPr>
          <a:xfrm>
            <a:off x="11464118" y="6492875"/>
            <a:ext cx="72788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67" name="Google Shape;67;p16"/>
          <p:cNvPicPr preferRelativeResize="0"/>
          <p:nvPr/>
        </p:nvPicPr>
        <p:blipFill rotWithShape="1">
          <a:blip r:embed="rId2">
            <a:alphaModFix/>
          </a:blip>
          <a:srcRect b="0" l="0" r="0" t="0"/>
          <a:stretch/>
        </p:blipFill>
        <p:spPr>
          <a:xfrm>
            <a:off x="9920667" y="136867"/>
            <a:ext cx="2128800" cy="67672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17"/>
          <p:cNvSpPr txBox="1"/>
          <p:nvPr>
            <p:ph idx="12" type="sldNum"/>
          </p:nvPr>
        </p:nvSpPr>
        <p:spPr>
          <a:xfrm>
            <a:off x="11546006" y="6492875"/>
            <a:ext cx="64599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70" name="Google Shape;70;p17"/>
          <p:cNvPicPr preferRelativeResize="0"/>
          <p:nvPr/>
        </p:nvPicPr>
        <p:blipFill rotWithShape="1">
          <a:blip r:embed="rId2">
            <a:alphaModFix/>
          </a:blip>
          <a:srcRect b="0" l="0" r="0" t="0"/>
          <a:stretch/>
        </p:blipFill>
        <p:spPr>
          <a:xfrm>
            <a:off x="9920667" y="136867"/>
            <a:ext cx="2128800" cy="676728"/>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71" name="Shape 71"/>
        <p:cNvGrpSpPr/>
        <p:nvPr/>
      </p:nvGrpSpPr>
      <p:grpSpPr>
        <a:xfrm>
          <a:off x="0" y="0"/>
          <a:ext cx="0" cy="0"/>
          <a:chOff x="0" y="0"/>
          <a:chExt cx="0" cy="0"/>
        </a:xfrm>
      </p:grpSpPr>
      <p:sp>
        <p:nvSpPr>
          <p:cNvPr id="72" name="Google Shape;72;p18"/>
          <p:cNvSpPr txBox="1"/>
          <p:nvPr>
            <p:ph idx="12" type="sldNum"/>
          </p:nvPr>
        </p:nvSpPr>
        <p:spPr>
          <a:xfrm>
            <a:off x="11546006" y="6492875"/>
            <a:ext cx="64599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Thanks">
    <p:spTree>
      <p:nvGrpSpPr>
        <p:cNvPr id="73" name="Shape 73"/>
        <p:cNvGrpSpPr/>
        <p:nvPr/>
      </p:nvGrpSpPr>
      <p:grpSpPr>
        <a:xfrm>
          <a:off x="0" y="0"/>
          <a:ext cx="0" cy="0"/>
          <a:chOff x="0" y="0"/>
          <a:chExt cx="0" cy="0"/>
        </a:xfrm>
      </p:grpSpPr>
      <p:sp>
        <p:nvSpPr>
          <p:cNvPr id="74" name="Google Shape;74;p19"/>
          <p:cNvSpPr txBox="1"/>
          <p:nvPr>
            <p:ph idx="12" type="sldNum"/>
          </p:nvPr>
        </p:nvSpPr>
        <p:spPr>
          <a:xfrm>
            <a:off x="11450472" y="6492875"/>
            <a:ext cx="74152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75" name="Google Shape;75;p19"/>
          <p:cNvSpPr txBox="1"/>
          <p:nvPr>
            <p:ph idx="1" type="body"/>
          </p:nvPr>
        </p:nvSpPr>
        <p:spPr>
          <a:xfrm>
            <a:off x="2416175" y="2511425"/>
            <a:ext cx="7342188" cy="87322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600"/>
              </a:spcBef>
              <a:spcAft>
                <a:spcPts val="0"/>
              </a:spcAft>
              <a:buClr>
                <a:schemeClr val="accent1"/>
              </a:buClr>
              <a:buSzPts val="4400"/>
              <a:buNone/>
              <a:defRPr b="1" sz="4400">
                <a:solidFill>
                  <a:schemeClr val="accent1"/>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6" name="Google Shape;76;p19"/>
          <p:cNvSpPr txBox="1"/>
          <p:nvPr>
            <p:ph idx="2" type="body"/>
          </p:nvPr>
        </p:nvSpPr>
        <p:spPr>
          <a:xfrm>
            <a:off x="2455863" y="3398838"/>
            <a:ext cx="7302286" cy="91440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600"/>
              </a:spcBef>
              <a:spcAft>
                <a:spcPts val="0"/>
              </a:spcAft>
              <a:buClr>
                <a:schemeClr val="dk1"/>
              </a:buClr>
              <a:buSzPts val="3200"/>
              <a:buNone/>
              <a:defRPr b="1"/>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77" name="Google Shape;77;p19"/>
          <p:cNvPicPr preferRelativeResize="0"/>
          <p:nvPr/>
        </p:nvPicPr>
        <p:blipFill rotWithShape="1">
          <a:blip r:embed="rId2">
            <a:alphaModFix/>
          </a:blip>
          <a:srcRect b="0" l="0" r="0" t="0"/>
          <a:stretch/>
        </p:blipFill>
        <p:spPr>
          <a:xfrm>
            <a:off x="9920667" y="136867"/>
            <a:ext cx="2128800" cy="676728"/>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8" name="Shape 78"/>
        <p:cNvGrpSpPr/>
        <p:nvPr/>
      </p:nvGrpSpPr>
      <p:grpSpPr>
        <a:xfrm>
          <a:off x="0" y="0"/>
          <a:ext cx="0" cy="0"/>
          <a:chOff x="0" y="0"/>
          <a:chExt cx="0" cy="0"/>
        </a:xfrm>
      </p:grpSpPr>
      <p:sp>
        <p:nvSpPr>
          <p:cNvPr id="79" name="Google Shape;79;p20"/>
          <p:cNvSpPr txBox="1"/>
          <p:nvPr>
            <p:ph type="title"/>
          </p:nvPr>
        </p:nvSpPr>
        <p:spPr>
          <a:xfrm>
            <a:off x="609600" y="273050"/>
            <a:ext cx="40116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0"/>
          <p:cNvSpPr txBox="1"/>
          <p:nvPr>
            <p:ph idx="1" type="body"/>
          </p:nvPr>
        </p:nvSpPr>
        <p:spPr>
          <a:xfrm>
            <a:off x="4767263" y="273050"/>
            <a:ext cx="6815137"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00"/>
              </a:spcBef>
              <a:spcAft>
                <a:spcPts val="0"/>
              </a:spcAft>
              <a:buClr>
                <a:schemeClr val="dk1"/>
              </a:buClr>
              <a:buSzPts val="3200"/>
              <a:buChar char="•"/>
              <a:defRPr sz="3200"/>
            </a:lvl1pPr>
            <a:lvl2pPr indent="-406400" lvl="1" marL="914400" algn="l">
              <a:lnSpc>
                <a:spcPct val="100000"/>
              </a:lnSpc>
              <a:spcBef>
                <a:spcPts val="600"/>
              </a:spcBef>
              <a:spcAft>
                <a:spcPts val="0"/>
              </a:spcAft>
              <a:buClr>
                <a:schemeClr val="dk1"/>
              </a:buClr>
              <a:buSzPts val="2800"/>
              <a:buChar char="–"/>
              <a:defRPr sz="2800"/>
            </a:lvl2pPr>
            <a:lvl3pPr indent="-381000" lvl="2" marL="1371600" algn="l">
              <a:lnSpc>
                <a:spcPct val="100000"/>
              </a:lnSpc>
              <a:spcBef>
                <a:spcPts val="600"/>
              </a:spcBef>
              <a:spcAft>
                <a:spcPts val="0"/>
              </a:spcAft>
              <a:buClr>
                <a:schemeClr val="dk1"/>
              </a:buClr>
              <a:buSzPts val="2400"/>
              <a:buChar char="•"/>
              <a:defRPr sz="2400"/>
            </a:lvl3pPr>
            <a:lvl4pPr indent="-355600" lvl="3" marL="1828800" algn="l">
              <a:lnSpc>
                <a:spcPct val="100000"/>
              </a:lnSpc>
              <a:spcBef>
                <a:spcPts val="600"/>
              </a:spcBef>
              <a:spcAft>
                <a:spcPts val="0"/>
              </a:spcAft>
              <a:buClr>
                <a:schemeClr val="dk1"/>
              </a:buClr>
              <a:buSzPts val="2000"/>
              <a:buChar char="–"/>
              <a:defRPr sz="2000"/>
            </a:lvl4pPr>
            <a:lvl5pPr indent="-355600" lvl="4" marL="2286000" algn="l">
              <a:lnSpc>
                <a:spcPct val="100000"/>
              </a:lnSpc>
              <a:spcBef>
                <a:spcPts val="6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81" name="Google Shape;81;p20"/>
          <p:cNvSpPr txBox="1"/>
          <p:nvPr>
            <p:ph idx="2" type="body"/>
          </p:nvPr>
        </p:nvSpPr>
        <p:spPr>
          <a:xfrm>
            <a:off x="609600" y="1435100"/>
            <a:ext cx="40116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600"/>
              </a:spcBef>
              <a:spcAft>
                <a:spcPts val="0"/>
              </a:spcAft>
              <a:buClr>
                <a:schemeClr val="dk1"/>
              </a:buClr>
              <a:buSzPts val="1400"/>
              <a:buNone/>
              <a:defRPr sz="1400"/>
            </a:lvl1pPr>
            <a:lvl2pPr indent="-228600" lvl="1" marL="914400" algn="l">
              <a:lnSpc>
                <a:spcPct val="100000"/>
              </a:lnSpc>
              <a:spcBef>
                <a:spcPts val="600"/>
              </a:spcBef>
              <a:spcAft>
                <a:spcPts val="0"/>
              </a:spcAft>
              <a:buClr>
                <a:schemeClr val="dk1"/>
              </a:buClr>
              <a:buSzPts val="1200"/>
              <a:buNone/>
              <a:defRPr sz="1200"/>
            </a:lvl2pPr>
            <a:lvl3pPr indent="-228600" lvl="2" marL="1371600" algn="l">
              <a:lnSpc>
                <a:spcPct val="100000"/>
              </a:lnSpc>
              <a:spcBef>
                <a:spcPts val="600"/>
              </a:spcBef>
              <a:spcAft>
                <a:spcPts val="0"/>
              </a:spcAft>
              <a:buClr>
                <a:schemeClr val="dk1"/>
              </a:buClr>
              <a:buSzPts val="1000"/>
              <a:buNone/>
              <a:defRPr sz="1000"/>
            </a:lvl3pPr>
            <a:lvl4pPr indent="-228600" lvl="3" marL="1828800" algn="l">
              <a:lnSpc>
                <a:spcPct val="100000"/>
              </a:lnSpc>
              <a:spcBef>
                <a:spcPts val="600"/>
              </a:spcBef>
              <a:spcAft>
                <a:spcPts val="0"/>
              </a:spcAft>
              <a:buClr>
                <a:schemeClr val="dk1"/>
              </a:buClr>
              <a:buSzPts val="900"/>
              <a:buNone/>
              <a:defRPr sz="900"/>
            </a:lvl4pPr>
            <a:lvl5pPr indent="-228600" lvl="4" marL="2286000" algn="l">
              <a:lnSpc>
                <a:spcPct val="100000"/>
              </a:lnSpc>
              <a:spcBef>
                <a:spcPts val="60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82" name="Google Shape;82;p20"/>
          <p:cNvSpPr txBox="1"/>
          <p:nvPr>
            <p:ph idx="10" type="dt"/>
          </p:nvPr>
        </p:nvSpPr>
        <p:spPr>
          <a:xfrm>
            <a:off x="609600" y="6356350"/>
            <a:ext cx="284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20"/>
          <p:cNvSpPr txBox="1"/>
          <p:nvPr>
            <p:ph idx="11" type="ftr"/>
          </p:nvPr>
        </p:nvSpPr>
        <p:spPr>
          <a:xfrm>
            <a:off x="4165600" y="6356350"/>
            <a:ext cx="3860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4" name="Google Shape;84;p20"/>
          <p:cNvSpPr txBox="1"/>
          <p:nvPr>
            <p:ph idx="12" type="sldNum"/>
          </p:nvPr>
        </p:nvSpPr>
        <p:spPr>
          <a:xfrm>
            <a:off x="11586948" y="6492875"/>
            <a:ext cx="60505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85" name="Google Shape;85;p20"/>
          <p:cNvPicPr preferRelativeResize="0"/>
          <p:nvPr/>
        </p:nvPicPr>
        <p:blipFill rotWithShape="1">
          <a:blip r:embed="rId2">
            <a:alphaModFix/>
          </a:blip>
          <a:srcRect b="0" l="0" r="0" t="0"/>
          <a:stretch/>
        </p:blipFill>
        <p:spPr>
          <a:xfrm>
            <a:off x="9920667" y="136867"/>
            <a:ext cx="2128800" cy="676728"/>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6" name="Shape 86"/>
        <p:cNvGrpSpPr/>
        <p:nvPr/>
      </p:nvGrpSpPr>
      <p:grpSpPr>
        <a:xfrm>
          <a:off x="0" y="0"/>
          <a:ext cx="0" cy="0"/>
          <a:chOff x="0" y="0"/>
          <a:chExt cx="0" cy="0"/>
        </a:xfrm>
      </p:grpSpPr>
      <p:sp>
        <p:nvSpPr>
          <p:cNvPr id="87" name="Google Shape;87;p21"/>
          <p:cNvSpPr txBox="1"/>
          <p:nvPr>
            <p:ph type="title"/>
          </p:nvPr>
        </p:nvSpPr>
        <p:spPr>
          <a:xfrm>
            <a:off x="2389188" y="4800600"/>
            <a:ext cx="73152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1"/>
          <p:cNvSpPr/>
          <p:nvPr>
            <p:ph idx="2" type="pic"/>
          </p:nvPr>
        </p:nvSpPr>
        <p:spPr>
          <a:xfrm>
            <a:off x="2389188" y="612775"/>
            <a:ext cx="7315200" cy="4114800"/>
          </a:xfrm>
          <a:prstGeom prst="rect">
            <a:avLst/>
          </a:prstGeom>
          <a:noFill/>
          <a:ln>
            <a:noFill/>
          </a:ln>
        </p:spPr>
      </p:sp>
      <p:sp>
        <p:nvSpPr>
          <p:cNvPr id="89" name="Google Shape;89;p21"/>
          <p:cNvSpPr txBox="1"/>
          <p:nvPr>
            <p:ph idx="1" type="body"/>
          </p:nvPr>
        </p:nvSpPr>
        <p:spPr>
          <a:xfrm>
            <a:off x="2389188" y="5367338"/>
            <a:ext cx="73152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600"/>
              </a:spcBef>
              <a:spcAft>
                <a:spcPts val="0"/>
              </a:spcAft>
              <a:buClr>
                <a:schemeClr val="dk1"/>
              </a:buClr>
              <a:buSzPts val="1400"/>
              <a:buNone/>
              <a:defRPr sz="1400"/>
            </a:lvl1pPr>
            <a:lvl2pPr indent="-228600" lvl="1" marL="914400" algn="l">
              <a:lnSpc>
                <a:spcPct val="100000"/>
              </a:lnSpc>
              <a:spcBef>
                <a:spcPts val="600"/>
              </a:spcBef>
              <a:spcAft>
                <a:spcPts val="0"/>
              </a:spcAft>
              <a:buClr>
                <a:schemeClr val="dk1"/>
              </a:buClr>
              <a:buSzPts val="1200"/>
              <a:buNone/>
              <a:defRPr sz="1200"/>
            </a:lvl2pPr>
            <a:lvl3pPr indent="-228600" lvl="2" marL="1371600" algn="l">
              <a:lnSpc>
                <a:spcPct val="100000"/>
              </a:lnSpc>
              <a:spcBef>
                <a:spcPts val="600"/>
              </a:spcBef>
              <a:spcAft>
                <a:spcPts val="0"/>
              </a:spcAft>
              <a:buClr>
                <a:schemeClr val="dk1"/>
              </a:buClr>
              <a:buSzPts val="1000"/>
              <a:buNone/>
              <a:defRPr sz="1000"/>
            </a:lvl3pPr>
            <a:lvl4pPr indent="-228600" lvl="3" marL="1828800" algn="l">
              <a:lnSpc>
                <a:spcPct val="100000"/>
              </a:lnSpc>
              <a:spcBef>
                <a:spcPts val="600"/>
              </a:spcBef>
              <a:spcAft>
                <a:spcPts val="0"/>
              </a:spcAft>
              <a:buClr>
                <a:schemeClr val="dk1"/>
              </a:buClr>
              <a:buSzPts val="900"/>
              <a:buNone/>
              <a:defRPr sz="900"/>
            </a:lvl4pPr>
            <a:lvl5pPr indent="-228600" lvl="4" marL="2286000" algn="l">
              <a:lnSpc>
                <a:spcPct val="100000"/>
              </a:lnSpc>
              <a:spcBef>
                <a:spcPts val="60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90" name="Google Shape;90;p21"/>
          <p:cNvSpPr txBox="1"/>
          <p:nvPr>
            <p:ph idx="10" type="dt"/>
          </p:nvPr>
        </p:nvSpPr>
        <p:spPr>
          <a:xfrm>
            <a:off x="609600" y="6356350"/>
            <a:ext cx="284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1" name="Google Shape;91;p21"/>
          <p:cNvSpPr txBox="1"/>
          <p:nvPr>
            <p:ph idx="11" type="ftr"/>
          </p:nvPr>
        </p:nvSpPr>
        <p:spPr>
          <a:xfrm>
            <a:off x="4165600" y="6356350"/>
            <a:ext cx="3860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2" name="Google Shape;92;p21"/>
          <p:cNvSpPr txBox="1"/>
          <p:nvPr>
            <p:ph idx="12" type="sldNum"/>
          </p:nvPr>
        </p:nvSpPr>
        <p:spPr>
          <a:xfrm>
            <a:off x="11586948" y="6492875"/>
            <a:ext cx="60505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93" name="Google Shape;93;p21"/>
          <p:cNvPicPr preferRelativeResize="0"/>
          <p:nvPr/>
        </p:nvPicPr>
        <p:blipFill rotWithShape="1">
          <a:blip r:embed="rId2">
            <a:alphaModFix/>
          </a:blip>
          <a:srcRect b="0" l="0" r="0" t="0"/>
          <a:stretch/>
        </p:blipFill>
        <p:spPr>
          <a:xfrm>
            <a:off x="9920667" y="136867"/>
            <a:ext cx="2128800" cy="676728"/>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4" name="Shape 94"/>
        <p:cNvGrpSpPr/>
        <p:nvPr/>
      </p:nvGrpSpPr>
      <p:grpSpPr>
        <a:xfrm>
          <a:off x="0" y="0"/>
          <a:ext cx="0" cy="0"/>
          <a:chOff x="0" y="0"/>
          <a:chExt cx="0" cy="0"/>
        </a:xfrm>
      </p:grpSpPr>
      <p:sp>
        <p:nvSpPr>
          <p:cNvPr id="95" name="Google Shape;95;p22"/>
          <p:cNvSpPr txBox="1"/>
          <p:nvPr>
            <p:ph type="title"/>
          </p:nvPr>
        </p:nvSpPr>
        <p:spPr>
          <a:xfrm>
            <a:off x="609600" y="191069"/>
            <a:ext cx="9598925" cy="846161"/>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2"/>
          <p:cNvSpPr txBox="1"/>
          <p:nvPr>
            <p:ph idx="1" type="body"/>
          </p:nvPr>
        </p:nvSpPr>
        <p:spPr>
          <a:xfrm rot="5400000">
            <a:off x="3393744" y="-1624084"/>
            <a:ext cx="5404513" cy="10972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6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7" name="Google Shape;97;p22"/>
          <p:cNvSpPr txBox="1"/>
          <p:nvPr>
            <p:ph idx="10" type="dt"/>
          </p:nvPr>
        </p:nvSpPr>
        <p:spPr>
          <a:xfrm>
            <a:off x="609600" y="6356350"/>
            <a:ext cx="284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22"/>
          <p:cNvSpPr txBox="1"/>
          <p:nvPr>
            <p:ph idx="11" type="ftr"/>
          </p:nvPr>
        </p:nvSpPr>
        <p:spPr>
          <a:xfrm>
            <a:off x="4165600" y="6356350"/>
            <a:ext cx="3860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22"/>
          <p:cNvSpPr txBox="1"/>
          <p:nvPr>
            <p:ph idx="12" type="sldNum"/>
          </p:nvPr>
        </p:nvSpPr>
        <p:spPr>
          <a:xfrm>
            <a:off x="11586948" y="6492875"/>
            <a:ext cx="60505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00" name="Google Shape;100;p22"/>
          <p:cNvPicPr preferRelativeResize="0"/>
          <p:nvPr/>
        </p:nvPicPr>
        <p:blipFill rotWithShape="1">
          <a:blip r:embed="rId2">
            <a:alphaModFix/>
          </a:blip>
          <a:srcRect b="0" l="0" r="0" t="0"/>
          <a:stretch/>
        </p:blipFill>
        <p:spPr>
          <a:xfrm>
            <a:off x="9920667" y="136867"/>
            <a:ext cx="2128800" cy="676728"/>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物件">
  <p:cSld name="標題及物件">
    <p:spTree>
      <p:nvGrpSpPr>
        <p:cNvPr id="101" name="Shape 101"/>
        <p:cNvGrpSpPr/>
        <p:nvPr/>
      </p:nvGrpSpPr>
      <p:grpSpPr>
        <a:xfrm>
          <a:off x="0" y="0"/>
          <a:ext cx="0" cy="0"/>
          <a:chOff x="0" y="0"/>
          <a:chExt cx="0" cy="0"/>
        </a:xfrm>
      </p:grpSpPr>
      <p:sp>
        <p:nvSpPr>
          <p:cNvPr id="102" name="Google Shape;102;p23"/>
          <p:cNvSpPr txBox="1"/>
          <p:nvPr>
            <p:ph idx="1" type="body"/>
          </p:nvPr>
        </p:nvSpPr>
        <p:spPr>
          <a:xfrm>
            <a:off x="609600" y="1105469"/>
            <a:ext cx="10972800" cy="5377218"/>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600"/>
              </a:spcBef>
              <a:spcAft>
                <a:spcPts val="0"/>
              </a:spcAft>
              <a:buClr>
                <a:schemeClr val="dk1"/>
              </a:buClr>
              <a:buSzPts val="2800"/>
              <a:buChar char="•"/>
              <a:defRPr sz="2800"/>
            </a:lvl1pPr>
            <a:lvl2pPr indent="-381000" lvl="1" marL="914400" algn="l">
              <a:lnSpc>
                <a:spcPct val="100000"/>
              </a:lnSpc>
              <a:spcBef>
                <a:spcPts val="600"/>
              </a:spcBef>
              <a:spcAft>
                <a:spcPts val="0"/>
              </a:spcAft>
              <a:buClr>
                <a:schemeClr val="dk1"/>
              </a:buClr>
              <a:buSzPts val="2400"/>
              <a:buChar char="–"/>
              <a:defRPr sz="2400"/>
            </a:lvl2pPr>
            <a:lvl3pPr indent="-381000" lvl="2" marL="1371600" algn="l">
              <a:lnSpc>
                <a:spcPct val="100000"/>
              </a:lnSpc>
              <a:spcBef>
                <a:spcPts val="600"/>
              </a:spcBef>
              <a:spcAft>
                <a:spcPts val="0"/>
              </a:spcAft>
              <a:buClr>
                <a:schemeClr val="dk1"/>
              </a:buClr>
              <a:buSzPts val="2400"/>
              <a:buChar char="•"/>
              <a:defRPr sz="2400"/>
            </a:lvl3pPr>
            <a:lvl4pPr indent="-381000" lvl="3" marL="1828800" algn="l">
              <a:lnSpc>
                <a:spcPct val="100000"/>
              </a:lnSpc>
              <a:spcBef>
                <a:spcPts val="600"/>
              </a:spcBef>
              <a:spcAft>
                <a:spcPts val="0"/>
              </a:spcAft>
              <a:buClr>
                <a:schemeClr val="dk1"/>
              </a:buClr>
              <a:buSzPts val="2400"/>
              <a:buChar char="–"/>
              <a:defRPr sz="2400"/>
            </a:lvl4pPr>
            <a:lvl5pPr indent="-381000" lvl="4" marL="2286000" algn="l">
              <a:lnSpc>
                <a:spcPct val="100000"/>
              </a:lnSpc>
              <a:spcBef>
                <a:spcPts val="600"/>
              </a:spcBef>
              <a:spcAft>
                <a:spcPts val="0"/>
              </a:spcAft>
              <a:buClr>
                <a:schemeClr val="dk1"/>
              </a:buClr>
              <a:buSzPts val="2400"/>
              <a:buChar char="»"/>
              <a:defRPr sz="24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3" name="Google Shape;103;p23"/>
          <p:cNvSpPr txBox="1"/>
          <p:nvPr>
            <p:ph idx="12" type="sldNum"/>
          </p:nvPr>
        </p:nvSpPr>
        <p:spPr>
          <a:xfrm>
            <a:off x="11461709" y="6425015"/>
            <a:ext cx="730291" cy="43298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04" name="Google Shape;104;p23"/>
          <p:cNvSpPr txBox="1"/>
          <p:nvPr>
            <p:ph type="title"/>
          </p:nvPr>
        </p:nvSpPr>
        <p:spPr>
          <a:xfrm>
            <a:off x="609600" y="191069"/>
            <a:ext cx="9612573" cy="846161"/>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05" name="Google Shape;105;p23"/>
          <p:cNvPicPr preferRelativeResize="0"/>
          <p:nvPr/>
        </p:nvPicPr>
        <p:blipFill rotWithShape="1">
          <a:blip r:embed="rId2">
            <a:alphaModFix/>
          </a:blip>
          <a:srcRect b="0" l="0" r="0" t="0"/>
          <a:stretch/>
        </p:blipFill>
        <p:spPr>
          <a:xfrm>
            <a:off x="9920667" y="136867"/>
            <a:ext cx="2128800" cy="67672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
          <p:cNvSpPr txBox="1"/>
          <p:nvPr>
            <p:ph type="title"/>
          </p:nvPr>
        </p:nvSpPr>
        <p:spPr>
          <a:xfrm>
            <a:off x="609600" y="191069"/>
            <a:ext cx="9598925" cy="846161"/>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accent1"/>
              </a:buClr>
              <a:buSzPts val="3600"/>
              <a:buFont typeface="Calibri"/>
              <a:buNone/>
              <a:defRPr b="1" i="0" sz="3600" u="none" cap="none" strike="noStrike">
                <a:solidFill>
                  <a:schemeClr val="accen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8"/>
          <p:cNvSpPr txBox="1"/>
          <p:nvPr>
            <p:ph idx="1" type="body"/>
          </p:nvPr>
        </p:nvSpPr>
        <p:spPr>
          <a:xfrm>
            <a:off x="609600" y="1160059"/>
            <a:ext cx="10972800" cy="540451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6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6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6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6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8"/>
          <p:cNvSpPr txBox="1"/>
          <p:nvPr>
            <p:ph idx="12" type="sldNum"/>
          </p:nvPr>
        </p:nvSpPr>
        <p:spPr>
          <a:xfrm>
            <a:off x="11586948" y="6492875"/>
            <a:ext cx="605051"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kaggle.com/competitions/titanic" TargetMode="External"/><Relationship Id="rId4" Type="http://schemas.openxmlformats.org/officeDocument/2006/relationships/image" Target="../media/image3.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
          <p:cNvSpPr txBox="1"/>
          <p:nvPr>
            <p:ph type="ctrTitle"/>
          </p:nvPr>
        </p:nvSpPr>
        <p:spPr>
          <a:xfrm>
            <a:off x="914400" y="2130425"/>
            <a:ext cx="10363200" cy="147002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accent1"/>
              </a:buClr>
              <a:buSzPts val="3600"/>
              <a:buFont typeface="Calibri"/>
              <a:buNone/>
            </a:pPr>
            <a:r>
              <a:rPr lang="en-US"/>
              <a:t>Titanic Data Set - Classification</a:t>
            </a:r>
            <a:endParaRPr/>
          </a:p>
        </p:txBody>
      </p:sp>
      <p:sp>
        <p:nvSpPr>
          <p:cNvPr id="111" name="Google Shape;111;p1"/>
          <p:cNvSpPr txBox="1"/>
          <p:nvPr>
            <p:ph idx="1" type="subTitle"/>
          </p:nvPr>
        </p:nvSpPr>
        <p:spPr>
          <a:xfrm>
            <a:off x="2961564" y="3777016"/>
            <a:ext cx="6373505" cy="958755"/>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3F3F3F"/>
              </a:buClr>
              <a:buSzPts val="2800"/>
              <a:buNone/>
            </a:pPr>
            <a:r>
              <a:rPr b="1" lang="en-US" sz="2800"/>
              <a:t>Mini </a:t>
            </a:r>
            <a:r>
              <a:rPr b="1" lang="en-US" sz="2800"/>
              <a:t>Hackathon : 30 Marks</a:t>
            </a:r>
            <a:endParaRPr/>
          </a:p>
        </p:txBody>
      </p:sp>
      <p:pic>
        <p:nvPicPr>
          <p:cNvPr id="112" name="Google Shape;112;p1" title="IIIT_H.png"/>
          <p:cNvPicPr preferRelativeResize="0"/>
          <p:nvPr/>
        </p:nvPicPr>
        <p:blipFill rotWithShape="1">
          <a:blip r:embed="rId3">
            <a:alphaModFix/>
          </a:blip>
          <a:srcRect b="0" l="0" r="0" t="0"/>
          <a:stretch/>
        </p:blipFill>
        <p:spPr>
          <a:xfrm>
            <a:off x="6511475" y="0"/>
            <a:ext cx="4994724" cy="12745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3"/>
          <p:cNvSpPr txBox="1"/>
          <p:nvPr>
            <p:ph type="title"/>
          </p:nvPr>
        </p:nvSpPr>
        <p:spPr>
          <a:xfrm>
            <a:off x="609600" y="191069"/>
            <a:ext cx="9544200" cy="8463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accent1"/>
              </a:buClr>
              <a:buSzPts val="3600"/>
              <a:buFont typeface="Calibri"/>
              <a:buNone/>
            </a:pPr>
            <a:r>
              <a:rPr lang="en-US"/>
              <a:t>Learning Objectives</a:t>
            </a:r>
            <a:endParaRPr/>
          </a:p>
        </p:txBody>
      </p:sp>
      <p:sp>
        <p:nvSpPr>
          <p:cNvPr id="118" name="Google Shape;118;p3"/>
          <p:cNvSpPr txBox="1"/>
          <p:nvPr/>
        </p:nvSpPr>
        <p:spPr>
          <a:xfrm>
            <a:off x="1015275" y="2068900"/>
            <a:ext cx="9903900" cy="22803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35714"/>
              </a:lnSpc>
              <a:spcBef>
                <a:spcPts val="0"/>
              </a:spcBef>
              <a:spcAft>
                <a:spcPts val="0"/>
              </a:spcAft>
              <a:buClr>
                <a:schemeClr val="dk1"/>
              </a:buClr>
              <a:buSzPts val="3000"/>
              <a:buFont typeface="Calibri"/>
              <a:buChar char="•"/>
            </a:pPr>
            <a:r>
              <a:rPr b="0" i="0" lang="en-US" sz="3000" u="none" cap="none" strike="noStrike">
                <a:solidFill>
                  <a:schemeClr val="dk1"/>
                </a:solidFill>
                <a:highlight>
                  <a:srgbClr val="FFFFFE"/>
                </a:highlight>
                <a:latin typeface="Calibri"/>
                <a:ea typeface="Calibri"/>
                <a:cs typeface="Calibri"/>
                <a:sym typeface="Calibri"/>
              </a:rPr>
              <a:t>Perform Data preprocessing</a:t>
            </a:r>
            <a:endParaRPr b="0" i="0" sz="3000" u="none" cap="none" strike="noStrike">
              <a:solidFill>
                <a:schemeClr val="dk1"/>
              </a:solidFill>
              <a:highlight>
                <a:srgbClr val="FFFFFE"/>
              </a:highlight>
              <a:latin typeface="Calibri"/>
              <a:ea typeface="Calibri"/>
              <a:cs typeface="Calibri"/>
              <a:sym typeface="Calibri"/>
            </a:endParaRPr>
          </a:p>
          <a:p>
            <a:pPr indent="-419100" lvl="0" marL="457200" marR="0" rtl="0" algn="l">
              <a:lnSpc>
                <a:spcPct val="135714"/>
              </a:lnSpc>
              <a:spcBef>
                <a:spcPts val="0"/>
              </a:spcBef>
              <a:spcAft>
                <a:spcPts val="0"/>
              </a:spcAft>
              <a:buClr>
                <a:schemeClr val="dk1"/>
              </a:buClr>
              <a:buSzPts val="3000"/>
              <a:buFont typeface="Arial"/>
              <a:buChar char="•"/>
            </a:pPr>
            <a:r>
              <a:rPr b="0" i="0" lang="en-US" sz="3000" u="none" cap="none" strike="noStrike">
                <a:solidFill>
                  <a:schemeClr val="dk1"/>
                </a:solidFill>
                <a:highlight>
                  <a:srgbClr val="FFFFFE"/>
                </a:highlight>
                <a:latin typeface="Calibri"/>
                <a:ea typeface="Calibri"/>
                <a:cs typeface="Calibri"/>
                <a:sym typeface="Calibri"/>
              </a:rPr>
              <a:t>Apply different ML algorithms on Titanic dataset</a:t>
            </a:r>
            <a:endParaRPr b="0" i="0" sz="3000" u="none" cap="none" strike="noStrike">
              <a:solidFill>
                <a:schemeClr val="dk1"/>
              </a:solidFill>
              <a:highlight>
                <a:srgbClr val="FFFFFE"/>
              </a:highlight>
              <a:latin typeface="Calibri"/>
              <a:ea typeface="Calibri"/>
              <a:cs typeface="Calibri"/>
              <a:sym typeface="Calibri"/>
            </a:endParaRPr>
          </a:p>
          <a:p>
            <a:pPr indent="-419100" lvl="0" marL="457200" marR="0" rtl="0" algn="l">
              <a:lnSpc>
                <a:spcPct val="135714"/>
              </a:lnSpc>
              <a:spcBef>
                <a:spcPts val="0"/>
              </a:spcBef>
              <a:spcAft>
                <a:spcPts val="0"/>
              </a:spcAft>
              <a:buClr>
                <a:schemeClr val="dk1"/>
              </a:buClr>
              <a:buSzPts val="3000"/>
              <a:buFont typeface="Calibri"/>
              <a:buChar char="•"/>
            </a:pPr>
            <a:r>
              <a:rPr b="0" i="0" lang="en-US" sz="3000" u="none" cap="none" strike="noStrike">
                <a:solidFill>
                  <a:schemeClr val="dk1"/>
                </a:solidFill>
                <a:highlight>
                  <a:srgbClr val="FFFFFE"/>
                </a:highlight>
                <a:latin typeface="Calibri"/>
                <a:ea typeface="Calibri"/>
                <a:cs typeface="Calibri"/>
                <a:sym typeface="Calibri"/>
              </a:rPr>
              <a:t>Apply Ensemble Method</a:t>
            </a:r>
            <a:endParaRPr b="0" i="0" sz="3000" u="none" cap="none" strike="noStrike">
              <a:solidFill>
                <a:schemeClr val="dk1"/>
              </a:solidFill>
              <a:highlight>
                <a:srgbClr val="FFFFFE"/>
              </a:highlight>
              <a:latin typeface="Calibri"/>
              <a:ea typeface="Calibri"/>
              <a:cs typeface="Calibri"/>
              <a:sym typeface="Calibri"/>
            </a:endParaRPr>
          </a:p>
          <a:p>
            <a:pPr indent="0" lvl="0" marL="457200" marR="0" rtl="0" algn="l">
              <a:lnSpc>
                <a:spcPct val="135714"/>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119" name="Google Shape;119;p3" title="IIIT_H.png"/>
          <p:cNvPicPr preferRelativeResize="0"/>
          <p:nvPr/>
        </p:nvPicPr>
        <p:blipFill rotWithShape="1">
          <a:blip r:embed="rId3">
            <a:alphaModFix/>
          </a:blip>
          <a:srcRect b="0" l="0" r="0" t="0"/>
          <a:stretch/>
        </p:blipFill>
        <p:spPr>
          <a:xfrm>
            <a:off x="6587675" y="0"/>
            <a:ext cx="4994724" cy="13684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609600" y="191069"/>
            <a:ext cx="9517039" cy="846161"/>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accent1"/>
              </a:buClr>
              <a:buSzPts val="1800"/>
              <a:buNone/>
            </a:pPr>
            <a:r>
              <a:rPr lang="en-US"/>
              <a:t>Problem Statement</a:t>
            </a:r>
            <a:endParaRPr/>
          </a:p>
        </p:txBody>
      </p:sp>
      <p:sp>
        <p:nvSpPr>
          <p:cNvPr id="125" name="Google Shape;125;p24"/>
          <p:cNvSpPr txBox="1"/>
          <p:nvPr>
            <p:ph idx="2" type="body"/>
          </p:nvPr>
        </p:nvSpPr>
        <p:spPr>
          <a:xfrm>
            <a:off x="6335973" y="1173707"/>
            <a:ext cx="5410200" cy="5281800"/>
          </a:xfrm>
          <a:prstGeom prst="rect">
            <a:avLst/>
          </a:prstGeom>
          <a:noFill/>
          <a:ln>
            <a:noFill/>
          </a:ln>
        </p:spPr>
        <p:txBody>
          <a:bodyPr anchorCtr="0" anchor="t" bIns="45700" lIns="91425" spcFirstLastPara="1" rIns="91425" wrap="square" tIns="45700">
            <a:normAutofit/>
          </a:bodyPr>
          <a:lstStyle/>
          <a:p>
            <a:pPr indent="-406400" lvl="0" marL="457200" rtl="0" algn="l">
              <a:lnSpc>
                <a:spcPct val="100000"/>
              </a:lnSpc>
              <a:spcBef>
                <a:spcPts val="600"/>
              </a:spcBef>
              <a:spcAft>
                <a:spcPts val="0"/>
              </a:spcAft>
              <a:buClr>
                <a:schemeClr val="dk1"/>
              </a:buClr>
              <a:buSzPts val="2800"/>
              <a:buChar char="•"/>
            </a:pPr>
            <a:r>
              <a:rPr lang="en-US">
                <a:solidFill>
                  <a:srgbClr val="212121"/>
                </a:solidFill>
                <a:highlight>
                  <a:srgbClr val="FFFFFF"/>
                </a:highlight>
                <a:latin typeface="Roboto"/>
                <a:ea typeface="Roboto"/>
                <a:cs typeface="Roboto"/>
                <a:sym typeface="Roboto"/>
              </a:rPr>
              <a:t>Build a predictive model that answers the question: “what sort of people were more likely to survive?” using titanic's passenger data (ie name, age, gender, socio-economic class, etc).</a:t>
            </a:r>
            <a:endParaRPr/>
          </a:p>
        </p:txBody>
      </p:sp>
      <p:pic>
        <p:nvPicPr>
          <p:cNvPr id="126" name="Google Shape;126;p24">
            <a:hlinkClick r:id="rId3"/>
          </p:cNvPr>
          <p:cNvPicPr preferRelativeResize="0"/>
          <p:nvPr/>
        </p:nvPicPr>
        <p:blipFill rotWithShape="1">
          <a:blip r:embed="rId4">
            <a:alphaModFix/>
          </a:blip>
          <a:srcRect b="0" l="0" r="0" t="0"/>
          <a:stretch/>
        </p:blipFill>
        <p:spPr>
          <a:xfrm>
            <a:off x="440600" y="1994199"/>
            <a:ext cx="6122775" cy="3061401"/>
          </a:xfrm>
          <a:prstGeom prst="rect">
            <a:avLst/>
          </a:prstGeom>
          <a:noFill/>
          <a:ln>
            <a:noFill/>
          </a:ln>
        </p:spPr>
      </p:pic>
      <p:pic>
        <p:nvPicPr>
          <p:cNvPr id="127" name="Google Shape;127;p24" title="IIIT_H.png"/>
          <p:cNvPicPr preferRelativeResize="0"/>
          <p:nvPr/>
        </p:nvPicPr>
        <p:blipFill rotWithShape="1">
          <a:blip r:embed="rId5">
            <a:alphaModFix/>
          </a:blip>
          <a:srcRect b="0" l="0" r="0" t="0"/>
          <a:stretch/>
        </p:blipFill>
        <p:spPr>
          <a:xfrm>
            <a:off x="6587675" y="0"/>
            <a:ext cx="4994724" cy="11737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type="title"/>
          </p:nvPr>
        </p:nvSpPr>
        <p:spPr>
          <a:xfrm>
            <a:off x="609600" y="191069"/>
            <a:ext cx="9544334" cy="846161"/>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accent1"/>
              </a:buClr>
              <a:buSzPts val="1800"/>
              <a:buNone/>
            </a:pPr>
            <a:r>
              <a:rPr lang="en-US"/>
              <a:t>Dataset</a:t>
            </a:r>
            <a:endParaRPr/>
          </a:p>
        </p:txBody>
      </p:sp>
      <p:sp>
        <p:nvSpPr>
          <p:cNvPr id="133" name="Google Shape;133;p25"/>
          <p:cNvSpPr txBox="1"/>
          <p:nvPr>
            <p:ph idx="1" type="body"/>
          </p:nvPr>
        </p:nvSpPr>
        <p:spPr>
          <a:xfrm>
            <a:off x="609600" y="1160060"/>
            <a:ext cx="10972800" cy="5349900"/>
          </a:xfrm>
          <a:prstGeom prst="rect">
            <a:avLst/>
          </a:prstGeom>
          <a:noFill/>
          <a:ln>
            <a:noFill/>
          </a:ln>
        </p:spPr>
        <p:txBody>
          <a:bodyPr anchorCtr="0" anchor="t" bIns="45700" lIns="91425" spcFirstLastPara="1" rIns="91425" wrap="square" tIns="45700">
            <a:noAutofit/>
          </a:bodyPr>
          <a:lstStyle/>
          <a:p>
            <a:pPr indent="0" lvl="0" marL="0" rtl="0" algn="just">
              <a:lnSpc>
                <a:spcPct val="135714"/>
              </a:lnSpc>
              <a:spcBef>
                <a:spcPts val="0"/>
              </a:spcBef>
              <a:spcAft>
                <a:spcPts val="0"/>
              </a:spcAft>
              <a:buClr>
                <a:schemeClr val="dk1"/>
              </a:buClr>
              <a:buSzPts val="1100"/>
              <a:buFont typeface="Arial"/>
              <a:buNone/>
            </a:pPr>
            <a:r>
              <a:rPr lang="en-US" sz="2800">
                <a:highlight>
                  <a:srgbClr val="FFFFFE"/>
                </a:highlight>
              </a:rPr>
              <a:t>The sinking of the Titanic is one of the most infamous shipwrecks in history.</a:t>
            </a:r>
            <a:endParaRPr sz="2800">
              <a:highlight>
                <a:srgbClr val="FFFFFE"/>
              </a:highlight>
            </a:endParaRPr>
          </a:p>
          <a:p>
            <a:pPr indent="0" lvl="0" marL="0" rtl="0" algn="just">
              <a:lnSpc>
                <a:spcPct val="135714"/>
              </a:lnSpc>
              <a:spcBef>
                <a:spcPts val="0"/>
              </a:spcBef>
              <a:spcAft>
                <a:spcPts val="0"/>
              </a:spcAft>
              <a:buClr>
                <a:schemeClr val="dk1"/>
              </a:buClr>
              <a:buSzPts val="1100"/>
              <a:buFont typeface="Arial"/>
              <a:buNone/>
            </a:pPr>
            <a:r>
              <a:rPr lang="en-US" sz="2800">
                <a:highlight>
                  <a:srgbClr val="FFFFFE"/>
                </a:highlight>
              </a:rPr>
              <a:t>On April 15, 1912, during her maiden voyage, the widely considered “unsinkable” RMS Titanic sank after colliding with an iceberg. Unfortunately, there weren’t enough lifeboats for everyone onboard, resulting in the death of many passengers and crew.</a:t>
            </a:r>
            <a:endParaRPr sz="2800">
              <a:highlight>
                <a:srgbClr val="FFFFFE"/>
              </a:highlight>
            </a:endParaRPr>
          </a:p>
          <a:p>
            <a:pPr indent="0" lvl="0" marL="0" rtl="0" algn="just">
              <a:lnSpc>
                <a:spcPct val="135714"/>
              </a:lnSpc>
              <a:spcBef>
                <a:spcPts val="0"/>
              </a:spcBef>
              <a:spcAft>
                <a:spcPts val="0"/>
              </a:spcAft>
              <a:buClr>
                <a:schemeClr val="dk1"/>
              </a:buClr>
              <a:buSzPts val="1100"/>
              <a:buFont typeface="Arial"/>
              <a:buNone/>
            </a:pPr>
            <a:r>
              <a:rPr lang="en-US" sz="2800">
                <a:highlight>
                  <a:srgbClr val="FFFFFE"/>
                </a:highlight>
              </a:rPr>
              <a:t>While there was some element of luck involved in surviving, it seems some groups of people were more likely to survive than others.</a:t>
            </a:r>
            <a:endParaRPr sz="2800">
              <a:highlight>
                <a:srgbClr val="FFFFFE"/>
              </a:highlight>
            </a:endParaRPr>
          </a:p>
          <a:p>
            <a:pPr indent="0" lvl="0" marL="0" rtl="0" algn="l">
              <a:lnSpc>
                <a:spcPct val="100000"/>
              </a:lnSpc>
              <a:spcBef>
                <a:spcPts val="600"/>
              </a:spcBef>
              <a:spcAft>
                <a:spcPts val="0"/>
              </a:spcAft>
              <a:buSzPts val="3200"/>
              <a:buNone/>
            </a:pPr>
            <a:r>
              <a:t/>
            </a:r>
            <a:endParaRPr b="1" sz="2800"/>
          </a:p>
        </p:txBody>
      </p:sp>
      <p:pic>
        <p:nvPicPr>
          <p:cNvPr id="134" name="Google Shape;134;p25" title="IIIT_H.png"/>
          <p:cNvPicPr preferRelativeResize="0"/>
          <p:nvPr/>
        </p:nvPicPr>
        <p:blipFill rotWithShape="1">
          <a:blip r:embed="rId3">
            <a:alphaModFix/>
          </a:blip>
          <a:srcRect b="0" l="0" r="0" t="0"/>
          <a:stretch/>
        </p:blipFill>
        <p:spPr>
          <a:xfrm>
            <a:off x="6663875" y="0"/>
            <a:ext cx="4994724" cy="1321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1b35eae3199_0_4"/>
          <p:cNvSpPr txBox="1"/>
          <p:nvPr>
            <p:ph type="title"/>
          </p:nvPr>
        </p:nvSpPr>
        <p:spPr>
          <a:xfrm>
            <a:off x="609600" y="38669"/>
            <a:ext cx="9544200" cy="846300"/>
          </a:xfrm>
          <a:prstGeom prst="rect">
            <a:avLst/>
          </a:prstGeom>
          <a:noFill/>
          <a:ln>
            <a:noFill/>
          </a:ln>
        </p:spPr>
        <p:txBody>
          <a:bodyPr anchorCtr="0" anchor="ctr" bIns="45700" lIns="91425" spcFirstLastPara="1" rIns="91425" wrap="square" tIns="45700">
            <a:normAutofit/>
          </a:bodyPr>
          <a:lstStyle/>
          <a:p>
            <a:pPr indent="0" lvl="0" marL="0" rtl="0" algn="l">
              <a:lnSpc>
                <a:spcPct val="135714"/>
              </a:lnSpc>
              <a:spcBef>
                <a:spcPts val="0"/>
              </a:spcBef>
              <a:spcAft>
                <a:spcPts val="0"/>
              </a:spcAft>
              <a:buClr>
                <a:schemeClr val="dk1"/>
              </a:buClr>
              <a:buSzPts val="1100"/>
              <a:buFont typeface="Arial"/>
              <a:buNone/>
            </a:pPr>
            <a:r>
              <a:rPr b="0" lang="en-US">
                <a:solidFill>
                  <a:srgbClr val="FF9900"/>
                </a:solidFill>
                <a:highlight>
                  <a:srgbClr val="FFFFFE"/>
                </a:highlight>
              </a:rPr>
              <a:t>Data Set Characteristics:</a:t>
            </a:r>
            <a:endParaRPr>
              <a:solidFill>
                <a:srgbClr val="FF9900"/>
              </a:solidFill>
            </a:endParaRPr>
          </a:p>
        </p:txBody>
      </p:sp>
      <p:sp>
        <p:nvSpPr>
          <p:cNvPr id="141" name="Google Shape;141;g1b35eae3199_0_4"/>
          <p:cNvSpPr txBox="1"/>
          <p:nvPr>
            <p:ph idx="1" type="body"/>
          </p:nvPr>
        </p:nvSpPr>
        <p:spPr>
          <a:xfrm>
            <a:off x="609600" y="779060"/>
            <a:ext cx="10972800" cy="53499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35714"/>
              </a:lnSpc>
              <a:spcBef>
                <a:spcPts val="0"/>
              </a:spcBef>
              <a:spcAft>
                <a:spcPts val="0"/>
              </a:spcAft>
              <a:buClr>
                <a:schemeClr val="dk1"/>
              </a:buClr>
              <a:buSzPct val="104760"/>
              <a:buFont typeface="Arial"/>
              <a:buNone/>
            </a:pPr>
            <a:r>
              <a:t/>
            </a:r>
            <a:endParaRPr sz="1050">
              <a:solidFill>
                <a:srgbClr val="0000FF"/>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104760"/>
              <a:buFont typeface="Arial"/>
              <a:buNone/>
            </a:pPr>
            <a:r>
              <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275"/>
              <a:buFont typeface="Arial"/>
              <a:buNone/>
            </a:pPr>
            <a:r>
              <a:rPr b="1" lang="en-US" sz="9600">
                <a:highlight>
                  <a:srgbClr val="FFFFFE"/>
                </a:highlight>
              </a:rPr>
              <a:t>PassengerId: </a:t>
            </a:r>
            <a:r>
              <a:rPr lang="en-US" sz="9600">
                <a:highlight>
                  <a:srgbClr val="FFFFFE"/>
                </a:highlight>
              </a:rPr>
              <a:t> Id of the Passenger</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b="1" lang="en-US" sz="9600">
                <a:highlight>
                  <a:srgbClr val="FFFFFE"/>
                </a:highlight>
              </a:rPr>
              <a:t>Survived: </a:t>
            </a:r>
            <a:r>
              <a:rPr lang="en-US" sz="9600">
                <a:highlight>
                  <a:srgbClr val="FFFFFE"/>
                </a:highlight>
              </a:rPr>
              <a:t>Survived or Not information</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b="1" lang="en-US" sz="9600">
                <a:highlight>
                  <a:srgbClr val="FFFFFE"/>
                </a:highlight>
              </a:rPr>
              <a:t>Pclass: </a:t>
            </a:r>
            <a:r>
              <a:rPr lang="en-US" sz="9600">
                <a:highlight>
                  <a:srgbClr val="FFFFFE"/>
                </a:highlight>
              </a:rPr>
              <a:t> Socio-economic status (SES)</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lang="en-US" sz="9600">
                <a:solidFill>
                  <a:srgbClr val="0000FF"/>
                </a:solidFill>
                <a:highlight>
                  <a:srgbClr val="FFFFFE"/>
                </a:highlight>
              </a:rPr>
              <a:t>  * </a:t>
            </a:r>
            <a:r>
              <a:rPr lang="en-US" sz="9600">
                <a:highlight>
                  <a:srgbClr val="FFFFFE"/>
                </a:highlight>
              </a:rPr>
              <a:t>1st = Upper</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lang="en-US" sz="9600">
                <a:solidFill>
                  <a:srgbClr val="0000FF"/>
                </a:solidFill>
                <a:highlight>
                  <a:srgbClr val="FFFFFE"/>
                </a:highlight>
              </a:rPr>
              <a:t>  * </a:t>
            </a:r>
            <a:r>
              <a:rPr lang="en-US" sz="9600">
                <a:highlight>
                  <a:srgbClr val="FFFFFE"/>
                </a:highlight>
              </a:rPr>
              <a:t>2nd = Middle</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lang="en-US" sz="9600">
                <a:solidFill>
                  <a:srgbClr val="0000FF"/>
                </a:solidFill>
                <a:highlight>
                  <a:srgbClr val="FFFFFE"/>
                </a:highlight>
              </a:rPr>
              <a:t>  * </a:t>
            </a:r>
            <a:r>
              <a:rPr lang="en-US" sz="9600">
                <a:highlight>
                  <a:srgbClr val="FFFFFE"/>
                </a:highlight>
              </a:rPr>
              <a:t>3rd = Lower</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b="1" lang="en-US" sz="9600">
                <a:highlight>
                  <a:srgbClr val="FFFFFE"/>
                </a:highlight>
              </a:rPr>
              <a:t>Name:</a:t>
            </a:r>
            <a:r>
              <a:rPr lang="en-US" sz="9600">
                <a:highlight>
                  <a:srgbClr val="FFFFFE"/>
                </a:highlight>
              </a:rPr>
              <a:t> Surname, First Names of the Passenger</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b="1" lang="en-US" sz="9600">
                <a:highlight>
                  <a:srgbClr val="FFFFFE"/>
                </a:highlight>
              </a:rPr>
              <a:t>Sex: </a:t>
            </a:r>
            <a:r>
              <a:rPr lang="en-US" sz="9600">
                <a:highlight>
                  <a:srgbClr val="FFFFFE"/>
                </a:highlight>
              </a:rPr>
              <a:t>Gender of the Passenger</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b="1" lang="en-US" sz="9600">
                <a:highlight>
                  <a:srgbClr val="FFFFFE"/>
                </a:highlight>
              </a:rPr>
              <a:t>Age: </a:t>
            </a:r>
            <a:r>
              <a:rPr lang="en-US" sz="9600">
                <a:highlight>
                  <a:srgbClr val="FFFFFE"/>
                </a:highlight>
              </a:rPr>
              <a:t>Age of the Passenger</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b="1" lang="en-US" sz="9600">
                <a:highlight>
                  <a:srgbClr val="FFFFFE"/>
                </a:highlight>
              </a:rPr>
              <a:t>SibSp:</a:t>
            </a:r>
            <a:r>
              <a:rPr lang="en-US" sz="9600">
                <a:highlight>
                  <a:srgbClr val="FFFFFE"/>
                </a:highlight>
              </a:rPr>
              <a:t>  No. of siblings/spouse of the passenger aboard the Titanic  </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b="1" lang="en-US" sz="9600">
                <a:highlight>
                  <a:srgbClr val="FFFFFE"/>
                </a:highlight>
              </a:rPr>
              <a:t>Parch:</a:t>
            </a:r>
            <a:r>
              <a:rPr lang="en-US" sz="9600">
                <a:highlight>
                  <a:srgbClr val="FFFFFE"/>
                </a:highlight>
              </a:rPr>
              <a:t> No. of parents / children of the passenger aboard the Titanic </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b="1" lang="en-US" sz="9600">
                <a:highlight>
                  <a:srgbClr val="FFFFFE"/>
                </a:highlight>
              </a:rPr>
              <a:t>Ticket:</a:t>
            </a:r>
            <a:r>
              <a:rPr lang="en-US" sz="9600">
                <a:highlight>
                  <a:srgbClr val="FFFFFE"/>
                </a:highlight>
              </a:rPr>
              <a:t> Ticket number</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b="1" lang="en-US" sz="9600">
                <a:highlight>
                  <a:srgbClr val="FFFFFE"/>
                </a:highlight>
              </a:rPr>
              <a:t>Fare:</a:t>
            </a:r>
            <a:r>
              <a:rPr lang="en-US" sz="9600">
                <a:highlight>
                  <a:srgbClr val="FFFFFE"/>
                </a:highlight>
              </a:rPr>
              <a:t> Passenger fare</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b="1" lang="en-US" sz="9600">
                <a:highlight>
                  <a:srgbClr val="FFFFFE"/>
                </a:highlight>
              </a:rPr>
              <a:t>Cabin:</a:t>
            </a:r>
            <a:r>
              <a:rPr lang="en-US" sz="9600">
                <a:highlight>
                  <a:srgbClr val="FFFFFE"/>
                </a:highlight>
              </a:rPr>
              <a:t> Cabin number</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b="1" lang="en-US" sz="9600">
                <a:highlight>
                  <a:srgbClr val="FFFFFE"/>
                </a:highlight>
              </a:rPr>
              <a:t>**Embarked:**</a:t>
            </a:r>
            <a:r>
              <a:rPr lang="en-US" sz="9600">
                <a:highlight>
                  <a:srgbClr val="FFFFFE"/>
                </a:highlight>
              </a:rPr>
              <a:t> Port of Embarkation</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lang="en-US" sz="9600">
                <a:solidFill>
                  <a:srgbClr val="0000FF"/>
                </a:solidFill>
                <a:highlight>
                  <a:srgbClr val="FFFFFE"/>
                </a:highlight>
              </a:rPr>
              <a:t>  * </a:t>
            </a:r>
            <a:r>
              <a:rPr lang="en-US" sz="9600">
                <a:highlight>
                  <a:srgbClr val="FFFFFE"/>
                </a:highlight>
              </a:rPr>
              <a:t>S = Southampton</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lang="en-US" sz="9600">
                <a:solidFill>
                  <a:srgbClr val="0000FF"/>
                </a:solidFill>
                <a:highlight>
                  <a:srgbClr val="FFFFFE"/>
                </a:highlight>
              </a:rPr>
              <a:t>  * </a:t>
            </a:r>
            <a:r>
              <a:rPr lang="en-US" sz="9600">
                <a:highlight>
                  <a:srgbClr val="FFFFFE"/>
                </a:highlight>
              </a:rPr>
              <a:t>C = Cherbourg</a:t>
            </a:r>
            <a:endParaRPr sz="9600">
              <a:highlight>
                <a:srgbClr val="FFFFFE"/>
              </a:highlight>
            </a:endParaRPr>
          </a:p>
          <a:p>
            <a:pPr indent="0" lvl="0" marL="0" rtl="0" algn="l">
              <a:lnSpc>
                <a:spcPct val="135714"/>
              </a:lnSpc>
              <a:spcBef>
                <a:spcPts val="0"/>
              </a:spcBef>
              <a:spcAft>
                <a:spcPts val="0"/>
              </a:spcAft>
              <a:buClr>
                <a:schemeClr val="dk1"/>
              </a:buClr>
              <a:buSzPct val="104760"/>
              <a:buFont typeface="Arial"/>
              <a:buNone/>
            </a:pPr>
            <a:r>
              <a:rPr lang="en-US" sz="1050">
                <a:solidFill>
                  <a:srgbClr val="0000FF"/>
                </a:solidFill>
                <a:highlight>
                  <a:srgbClr val="FFFFFE"/>
                </a:highlight>
                <a:latin typeface="Courier New"/>
                <a:ea typeface="Courier New"/>
                <a:cs typeface="Courier New"/>
                <a:sym typeface="Courier New"/>
              </a:rPr>
              <a:t>  * </a:t>
            </a:r>
            <a:r>
              <a:rPr lang="en-US" sz="1050">
                <a:highlight>
                  <a:srgbClr val="FFFFFE"/>
                </a:highlight>
                <a:latin typeface="Courier New"/>
                <a:ea typeface="Courier New"/>
                <a:cs typeface="Courier New"/>
                <a:sym typeface="Courier New"/>
              </a:rPr>
              <a:t>Q = Queenstown</a:t>
            </a:r>
            <a:endParaRPr sz="1050">
              <a:highlight>
                <a:srgbClr val="FFFFFE"/>
              </a:highlight>
              <a:latin typeface="Courier New"/>
              <a:ea typeface="Courier New"/>
              <a:cs typeface="Courier New"/>
              <a:sym typeface="Courier New"/>
            </a:endParaRPr>
          </a:p>
          <a:p>
            <a:pPr indent="0" lvl="0" marL="0" rtl="0" algn="l">
              <a:lnSpc>
                <a:spcPct val="100000"/>
              </a:lnSpc>
              <a:spcBef>
                <a:spcPts val="600"/>
              </a:spcBef>
              <a:spcAft>
                <a:spcPts val="0"/>
              </a:spcAft>
              <a:buSzPts val="3200"/>
              <a:buNone/>
            </a:pPr>
            <a:r>
              <a:t/>
            </a:r>
            <a:endParaRPr/>
          </a:p>
        </p:txBody>
      </p:sp>
      <p:pic>
        <p:nvPicPr>
          <p:cNvPr id="142" name="Google Shape;142;g1b35eae3199_0_4" title="IIIT_H.png"/>
          <p:cNvPicPr preferRelativeResize="0"/>
          <p:nvPr/>
        </p:nvPicPr>
        <p:blipFill rotWithShape="1">
          <a:blip r:embed="rId3">
            <a:alphaModFix/>
          </a:blip>
          <a:srcRect b="0" l="0" r="0" t="0"/>
          <a:stretch/>
        </p:blipFill>
        <p:spPr>
          <a:xfrm>
            <a:off x="6663875" y="0"/>
            <a:ext cx="4994724" cy="13684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609600" y="191069"/>
            <a:ext cx="9544200" cy="8463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accent1"/>
              </a:buClr>
              <a:buSzPts val="1800"/>
              <a:buNone/>
            </a:pPr>
            <a:r>
              <a:rPr lang="en-US"/>
              <a:t>Tasks</a:t>
            </a:r>
            <a:endParaRPr/>
          </a:p>
        </p:txBody>
      </p:sp>
      <p:sp>
        <p:nvSpPr>
          <p:cNvPr id="148" name="Google Shape;148;p27"/>
          <p:cNvSpPr txBox="1"/>
          <p:nvPr>
            <p:ph idx="1" type="body"/>
          </p:nvPr>
        </p:nvSpPr>
        <p:spPr>
          <a:xfrm>
            <a:off x="609600" y="1160060"/>
            <a:ext cx="10972800" cy="5349900"/>
          </a:xfrm>
          <a:prstGeom prst="rect">
            <a:avLst/>
          </a:prstGeom>
          <a:noFill/>
          <a:ln>
            <a:noFill/>
          </a:ln>
        </p:spPr>
        <p:txBody>
          <a:bodyPr anchorCtr="0" anchor="t" bIns="45700" lIns="91425" spcFirstLastPara="1" rIns="91425" wrap="square" tIns="45700">
            <a:normAutofit fontScale="25000" lnSpcReduction="20000"/>
          </a:bodyPr>
          <a:lstStyle/>
          <a:p>
            <a:pPr indent="-374650" lvl="0" marL="457200" rtl="0" algn="l">
              <a:lnSpc>
                <a:spcPct val="100000"/>
              </a:lnSpc>
              <a:spcBef>
                <a:spcPts val="600"/>
              </a:spcBef>
              <a:spcAft>
                <a:spcPts val="0"/>
              </a:spcAft>
              <a:buClr>
                <a:schemeClr val="dk1"/>
              </a:buClr>
              <a:buSzPct val="85185"/>
              <a:buChar char="•"/>
            </a:pPr>
            <a:r>
              <a:rPr b="1" lang="en-US" sz="10800"/>
              <a:t>Exercise 1: </a:t>
            </a:r>
            <a:r>
              <a:rPr lang="en-US" sz="10800"/>
              <a:t>Load and Explore the Data (2 Marks)</a:t>
            </a:r>
            <a:endParaRPr sz="10800"/>
          </a:p>
          <a:p>
            <a:pPr indent="-400050" lvl="0" marL="457200" rtl="0" algn="l">
              <a:lnSpc>
                <a:spcPct val="100000"/>
              </a:lnSpc>
              <a:spcBef>
                <a:spcPts val="600"/>
              </a:spcBef>
              <a:spcAft>
                <a:spcPts val="0"/>
              </a:spcAft>
              <a:buClr>
                <a:schemeClr val="dk1"/>
              </a:buClr>
              <a:buSzPct val="100000"/>
              <a:buChar char="•"/>
            </a:pPr>
            <a:r>
              <a:rPr b="1" lang="en-US" sz="10800"/>
              <a:t>Exercise 2: </a:t>
            </a:r>
            <a:r>
              <a:rPr lang="en-US" sz="10800">
                <a:solidFill>
                  <a:srgbClr val="212121"/>
                </a:solidFill>
                <a:highlight>
                  <a:srgbClr val="FFFFFF"/>
                </a:highlight>
              </a:rPr>
              <a:t>Split the data into train and test set </a:t>
            </a:r>
            <a:r>
              <a:rPr lang="en-US" sz="10800"/>
              <a:t>(1 Marks)</a:t>
            </a:r>
            <a:endParaRPr b="1" sz="10800"/>
          </a:p>
          <a:p>
            <a:pPr indent="-400050" lvl="0" marL="457200" rtl="0" algn="l">
              <a:lnSpc>
                <a:spcPct val="100000"/>
              </a:lnSpc>
              <a:spcBef>
                <a:spcPts val="600"/>
              </a:spcBef>
              <a:spcAft>
                <a:spcPts val="0"/>
              </a:spcAft>
              <a:buClr>
                <a:schemeClr val="dk1"/>
              </a:buClr>
              <a:buSzPct val="100000"/>
              <a:buChar char="•"/>
            </a:pPr>
            <a:r>
              <a:rPr b="1" lang="en-US" sz="10800"/>
              <a:t>Exercise 3:</a:t>
            </a:r>
            <a:r>
              <a:rPr lang="en-US" sz="10800"/>
              <a:t> Data Cleaning &amp; Pre-Processing (15 Marks)</a:t>
            </a:r>
            <a:endParaRPr sz="10800"/>
          </a:p>
          <a:p>
            <a:pPr indent="-400050" lvl="0" marL="2286000" rtl="0" algn="l">
              <a:lnSpc>
                <a:spcPct val="115000"/>
              </a:lnSpc>
              <a:spcBef>
                <a:spcPts val="0"/>
              </a:spcBef>
              <a:spcAft>
                <a:spcPts val="0"/>
              </a:spcAft>
              <a:buSzPct val="100000"/>
              <a:buFont typeface="Calibri"/>
              <a:buAutoNum type="arabicPeriod"/>
            </a:pPr>
            <a:r>
              <a:rPr lang="en-US" sz="10800">
                <a:solidFill>
                  <a:srgbClr val="212121"/>
                </a:solidFill>
                <a:highlight>
                  <a:srgbClr val="FFFFFF"/>
                </a:highlight>
              </a:rPr>
              <a:t>Working on "Cabin" column </a:t>
            </a:r>
            <a:r>
              <a:rPr lang="en-US" sz="10800"/>
              <a:t>(2 Marks)</a:t>
            </a:r>
            <a:endParaRPr sz="10800">
              <a:solidFill>
                <a:srgbClr val="212121"/>
              </a:solidFill>
              <a:highlight>
                <a:srgbClr val="FFFFFF"/>
              </a:highlight>
            </a:endParaRPr>
          </a:p>
          <a:p>
            <a:pPr indent="-400050" lvl="0" marL="2286000" rtl="0" algn="l">
              <a:lnSpc>
                <a:spcPct val="115000"/>
              </a:lnSpc>
              <a:spcBef>
                <a:spcPts val="0"/>
              </a:spcBef>
              <a:spcAft>
                <a:spcPts val="0"/>
              </a:spcAft>
              <a:buClr>
                <a:srgbClr val="212121"/>
              </a:buClr>
              <a:buSzPct val="100000"/>
              <a:buAutoNum type="arabicPeriod"/>
            </a:pPr>
            <a:r>
              <a:rPr lang="en-US" sz="10800">
                <a:solidFill>
                  <a:srgbClr val="212121"/>
                </a:solidFill>
                <a:highlight>
                  <a:srgbClr val="FFFFFF"/>
                </a:highlight>
              </a:rPr>
              <a:t>Working on “SibSp” &amp; “ Parch” columns </a:t>
            </a:r>
            <a:r>
              <a:rPr lang="en-US" sz="10800"/>
              <a:t>(1 Marks)</a:t>
            </a:r>
            <a:endParaRPr sz="10800">
              <a:solidFill>
                <a:srgbClr val="212121"/>
              </a:solidFill>
              <a:highlight>
                <a:srgbClr val="FFFFFF"/>
              </a:highlight>
            </a:endParaRPr>
          </a:p>
          <a:p>
            <a:pPr indent="-400050" lvl="0" marL="2286000" rtl="0" algn="l">
              <a:lnSpc>
                <a:spcPct val="115000"/>
              </a:lnSpc>
              <a:spcBef>
                <a:spcPts val="0"/>
              </a:spcBef>
              <a:spcAft>
                <a:spcPts val="0"/>
              </a:spcAft>
              <a:buClr>
                <a:srgbClr val="212121"/>
              </a:buClr>
              <a:buSzPct val="100000"/>
              <a:buAutoNum type="arabicPeriod"/>
            </a:pPr>
            <a:r>
              <a:rPr lang="en-US" sz="10800">
                <a:solidFill>
                  <a:srgbClr val="212121"/>
                </a:solidFill>
                <a:highlight>
                  <a:srgbClr val="FFFFFF"/>
                </a:highlight>
              </a:rPr>
              <a:t>Working on “Embarked” column </a:t>
            </a:r>
            <a:r>
              <a:rPr lang="en-US" sz="10800"/>
              <a:t>(2 Marks)</a:t>
            </a:r>
            <a:endParaRPr sz="10800">
              <a:solidFill>
                <a:srgbClr val="212121"/>
              </a:solidFill>
              <a:highlight>
                <a:srgbClr val="FFFFFF"/>
              </a:highlight>
            </a:endParaRPr>
          </a:p>
          <a:p>
            <a:pPr indent="-400050" lvl="0" marL="2286000" rtl="0" algn="l">
              <a:lnSpc>
                <a:spcPct val="115000"/>
              </a:lnSpc>
              <a:spcBef>
                <a:spcPts val="0"/>
              </a:spcBef>
              <a:spcAft>
                <a:spcPts val="0"/>
              </a:spcAft>
              <a:buClr>
                <a:srgbClr val="212121"/>
              </a:buClr>
              <a:buSzPct val="100000"/>
              <a:buAutoNum type="arabicPeriod"/>
            </a:pPr>
            <a:r>
              <a:rPr lang="en-US" sz="10800">
                <a:solidFill>
                  <a:srgbClr val="212121"/>
                </a:solidFill>
                <a:highlight>
                  <a:srgbClr val="FFFFFF"/>
                </a:highlight>
              </a:rPr>
              <a:t>Working on “Age” column </a:t>
            </a:r>
            <a:r>
              <a:rPr lang="en-US" sz="10800"/>
              <a:t>(2 Marks)</a:t>
            </a:r>
            <a:endParaRPr sz="10800">
              <a:solidFill>
                <a:srgbClr val="212121"/>
              </a:solidFill>
              <a:highlight>
                <a:srgbClr val="FFFFFF"/>
              </a:highlight>
            </a:endParaRPr>
          </a:p>
          <a:p>
            <a:pPr indent="-400050" lvl="0" marL="2286000" rtl="0" algn="l">
              <a:lnSpc>
                <a:spcPct val="115000"/>
              </a:lnSpc>
              <a:spcBef>
                <a:spcPts val="0"/>
              </a:spcBef>
              <a:spcAft>
                <a:spcPts val="0"/>
              </a:spcAft>
              <a:buClr>
                <a:srgbClr val="212121"/>
              </a:buClr>
              <a:buSzPct val="100000"/>
              <a:buAutoNum type="arabicPeriod"/>
            </a:pPr>
            <a:r>
              <a:rPr lang="en-US" sz="10800">
                <a:solidFill>
                  <a:srgbClr val="212121"/>
                </a:solidFill>
                <a:highlight>
                  <a:srgbClr val="FFFFFF"/>
                </a:highlight>
              </a:rPr>
              <a:t>Working on “Sex” column </a:t>
            </a:r>
            <a:r>
              <a:rPr lang="en-US" sz="10800"/>
              <a:t>(1 Marks)</a:t>
            </a:r>
            <a:endParaRPr sz="10800">
              <a:solidFill>
                <a:srgbClr val="212121"/>
              </a:solidFill>
              <a:highlight>
                <a:srgbClr val="FFFFFF"/>
              </a:highlight>
            </a:endParaRPr>
          </a:p>
          <a:p>
            <a:pPr indent="-400050" lvl="0" marL="2286000" rtl="0" algn="l">
              <a:lnSpc>
                <a:spcPct val="115000"/>
              </a:lnSpc>
              <a:spcBef>
                <a:spcPts val="0"/>
              </a:spcBef>
              <a:spcAft>
                <a:spcPts val="0"/>
              </a:spcAft>
              <a:buClr>
                <a:srgbClr val="212121"/>
              </a:buClr>
              <a:buSzPct val="100000"/>
              <a:buAutoNum type="arabicPeriod"/>
            </a:pPr>
            <a:r>
              <a:rPr lang="en-US" sz="10800">
                <a:solidFill>
                  <a:srgbClr val="212121"/>
                </a:solidFill>
                <a:highlight>
                  <a:srgbClr val="FFFFFF"/>
                </a:highlight>
              </a:rPr>
              <a:t>Optional -working on “Name” column</a:t>
            </a:r>
            <a:endParaRPr sz="10800">
              <a:solidFill>
                <a:srgbClr val="212121"/>
              </a:solidFill>
              <a:highlight>
                <a:srgbClr val="FFFFFF"/>
              </a:highlight>
            </a:endParaRPr>
          </a:p>
          <a:p>
            <a:pPr indent="-400050" lvl="0" marL="2286000" rtl="0" algn="l">
              <a:lnSpc>
                <a:spcPct val="115000"/>
              </a:lnSpc>
              <a:spcBef>
                <a:spcPts val="0"/>
              </a:spcBef>
              <a:spcAft>
                <a:spcPts val="0"/>
              </a:spcAft>
              <a:buClr>
                <a:srgbClr val="212121"/>
              </a:buClr>
              <a:buSzPct val="100000"/>
              <a:buAutoNum type="arabicPeriod"/>
            </a:pPr>
            <a:r>
              <a:rPr lang="en-US" sz="10800">
                <a:solidFill>
                  <a:srgbClr val="212121"/>
                </a:solidFill>
                <a:highlight>
                  <a:srgbClr val="FFFFFF"/>
                </a:highlight>
              </a:rPr>
              <a:t>Optional-working on “Fare” column</a:t>
            </a:r>
            <a:endParaRPr sz="10800">
              <a:solidFill>
                <a:srgbClr val="212121"/>
              </a:solidFill>
              <a:highlight>
                <a:srgbClr val="FFFFFF"/>
              </a:highlight>
            </a:endParaRPr>
          </a:p>
          <a:p>
            <a:pPr indent="-400050" lvl="0" marL="2286000" rtl="0" algn="l">
              <a:lnSpc>
                <a:spcPct val="115000"/>
              </a:lnSpc>
              <a:spcBef>
                <a:spcPts val="0"/>
              </a:spcBef>
              <a:spcAft>
                <a:spcPts val="0"/>
              </a:spcAft>
              <a:buClr>
                <a:srgbClr val="212121"/>
              </a:buClr>
              <a:buSzPct val="100000"/>
              <a:buAutoNum type="arabicPeriod"/>
            </a:pPr>
            <a:r>
              <a:rPr lang="en-US" sz="10800">
                <a:solidFill>
                  <a:srgbClr val="212121"/>
                </a:solidFill>
                <a:highlight>
                  <a:srgbClr val="FFFFFF"/>
                </a:highlight>
              </a:rPr>
              <a:t>Drop the irrelevant columns </a:t>
            </a:r>
            <a:r>
              <a:rPr lang="en-US" sz="10800"/>
              <a:t>(1 Marks)</a:t>
            </a:r>
            <a:endParaRPr sz="10800">
              <a:solidFill>
                <a:srgbClr val="212121"/>
              </a:solidFill>
              <a:highlight>
                <a:srgbClr val="FFFFFF"/>
              </a:highlight>
            </a:endParaRPr>
          </a:p>
          <a:p>
            <a:pPr indent="-400050" lvl="0" marL="2286000" rtl="0" algn="l">
              <a:lnSpc>
                <a:spcPct val="115000"/>
              </a:lnSpc>
              <a:spcBef>
                <a:spcPts val="0"/>
              </a:spcBef>
              <a:spcAft>
                <a:spcPts val="0"/>
              </a:spcAft>
              <a:buClr>
                <a:srgbClr val="212121"/>
              </a:buClr>
              <a:buSzPct val="100000"/>
              <a:buAutoNum type="arabicPeriod"/>
            </a:pPr>
            <a:r>
              <a:rPr lang="en-US" sz="10800">
                <a:solidFill>
                  <a:srgbClr val="212121"/>
                </a:solidFill>
                <a:highlight>
                  <a:srgbClr val="FFFFFF"/>
                </a:highlight>
              </a:rPr>
              <a:t>Apply Standard Scaler </a:t>
            </a:r>
            <a:r>
              <a:rPr lang="en-US" sz="10800"/>
              <a:t>(1 Marks)</a:t>
            </a:r>
            <a:endParaRPr sz="10800">
              <a:solidFill>
                <a:srgbClr val="212121"/>
              </a:solidFill>
              <a:highlight>
                <a:srgbClr val="FFFFFF"/>
              </a:highlight>
            </a:endParaRPr>
          </a:p>
          <a:p>
            <a:pPr indent="-400050" lvl="0" marL="2286000" rtl="0" algn="l">
              <a:lnSpc>
                <a:spcPct val="115000"/>
              </a:lnSpc>
              <a:spcBef>
                <a:spcPts val="0"/>
              </a:spcBef>
              <a:spcAft>
                <a:spcPts val="0"/>
              </a:spcAft>
              <a:buClr>
                <a:srgbClr val="212121"/>
              </a:buClr>
              <a:buSzPct val="100000"/>
              <a:buAutoNum type="arabicPeriod"/>
            </a:pPr>
            <a:r>
              <a:rPr lang="en-US" sz="10800">
                <a:solidFill>
                  <a:srgbClr val="212121"/>
                </a:solidFill>
                <a:highlight>
                  <a:srgbClr val="FFFFFF"/>
                </a:highlight>
              </a:rPr>
              <a:t>Create a single function for preprocessing test set </a:t>
            </a:r>
            <a:r>
              <a:rPr lang="en-US" sz="10800"/>
              <a:t>(4 Marks)</a:t>
            </a:r>
            <a:endParaRPr sz="10800">
              <a:solidFill>
                <a:srgbClr val="212121"/>
              </a:solidFill>
              <a:highlight>
                <a:srgbClr val="FFFFFF"/>
              </a:highlight>
            </a:endParaRPr>
          </a:p>
          <a:p>
            <a:pPr indent="-400050" lvl="0" marL="2286000" rtl="0" algn="l">
              <a:lnSpc>
                <a:spcPct val="115000"/>
              </a:lnSpc>
              <a:spcBef>
                <a:spcPts val="0"/>
              </a:spcBef>
              <a:spcAft>
                <a:spcPts val="0"/>
              </a:spcAft>
              <a:buClr>
                <a:srgbClr val="212121"/>
              </a:buClr>
              <a:buSzPct val="100000"/>
              <a:buAutoNum type="arabicPeriod"/>
            </a:pPr>
            <a:r>
              <a:rPr lang="en-US" sz="10800">
                <a:solidFill>
                  <a:srgbClr val="212121"/>
                </a:solidFill>
                <a:highlight>
                  <a:srgbClr val="FFFFFF"/>
                </a:highlight>
              </a:rPr>
              <a:t>Apply Standard Scaler transformation to test set </a:t>
            </a:r>
            <a:r>
              <a:rPr lang="en-US" sz="10800"/>
              <a:t>(1 Marks)</a:t>
            </a:r>
            <a:endParaRPr/>
          </a:p>
        </p:txBody>
      </p:sp>
      <p:pic>
        <p:nvPicPr>
          <p:cNvPr id="149" name="Google Shape;149;p27" title="IIIT_H.png"/>
          <p:cNvPicPr preferRelativeResize="0"/>
          <p:nvPr/>
        </p:nvPicPr>
        <p:blipFill rotWithShape="1">
          <a:blip r:embed="rId3">
            <a:alphaModFix/>
          </a:blip>
          <a:srcRect b="0" l="0" r="0" t="0"/>
          <a:stretch/>
        </p:blipFill>
        <p:spPr>
          <a:xfrm>
            <a:off x="6663875" y="0"/>
            <a:ext cx="4994724" cy="11600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1b35eae3199_0_13"/>
          <p:cNvSpPr txBox="1"/>
          <p:nvPr>
            <p:ph type="title"/>
          </p:nvPr>
        </p:nvSpPr>
        <p:spPr>
          <a:xfrm>
            <a:off x="609600" y="191069"/>
            <a:ext cx="9544200" cy="8463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accent1"/>
              </a:buClr>
              <a:buSzPts val="1800"/>
              <a:buFont typeface="Arial"/>
              <a:buNone/>
            </a:pPr>
            <a:r>
              <a:rPr lang="en-US"/>
              <a:t>Tasks</a:t>
            </a:r>
            <a:endParaRPr/>
          </a:p>
        </p:txBody>
      </p:sp>
      <p:sp>
        <p:nvSpPr>
          <p:cNvPr id="156" name="Google Shape;156;g1b35eae3199_0_13"/>
          <p:cNvSpPr txBox="1"/>
          <p:nvPr>
            <p:ph idx="1" type="body"/>
          </p:nvPr>
        </p:nvSpPr>
        <p:spPr>
          <a:xfrm>
            <a:off x="533400" y="1083850"/>
            <a:ext cx="11439900" cy="5349900"/>
          </a:xfrm>
          <a:prstGeom prst="rect">
            <a:avLst/>
          </a:prstGeom>
          <a:noFill/>
          <a:ln>
            <a:noFill/>
          </a:ln>
        </p:spPr>
        <p:txBody>
          <a:bodyPr anchorCtr="0" anchor="t" bIns="45700" lIns="91425" spcFirstLastPara="1" rIns="91425" wrap="square" tIns="45700">
            <a:normAutofit lnSpcReduction="20000"/>
          </a:bodyPr>
          <a:lstStyle/>
          <a:p>
            <a:pPr indent="0" lvl="0" marL="0" rtl="0" algn="just">
              <a:lnSpc>
                <a:spcPct val="135714"/>
              </a:lnSpc>
              <a:spcBef>
                <a:spcPts val="0"/>
              </a:spcBef>
              <a:spcAft>
                <a:spcPts val="0"/>
              </a:spcAft>
              <a:buSzPts val="3765"/>
              <a:buNone/>
            </a:pPr>
            <a:r>
              <a:rPr b="1" lang="en-US" sz="3150">
                <a:highlight>
                  <a:srgbClr val="FFFFFE"/>
                </a:highlight>
              </a:rPr>
              <a:t>Note:</a:t>
            </a:r>
            <a:r>
              <a:rPr lang="en-US" sz="3150">
                <a:highlight>
                  <a:srgbClr val="FFFFFE"/>
                </a:highlight>
              </a:rPr>
              <a:t> Whatever data preprocessing we have suggested here are just for learning purpose and not the best ones. You can try different other preprocessing approaches and check the result/accuracy.</a:t>
            </a:r>
            <a:endParaRPr sz="3150">
              <a:highlight>
                <a:srgbClr val="FFFFFE"/>
              </a:highlight>
            </a:endParaRPr>
          </a:p>
          <a:p>
            <a:pPr indent="0" lvl="0" marL="0" rtl="0" algn="l">
              <a:lnSpc>
                <a:spcPct val="135714"/>
              </a:lnSpc>
              <a:spcBef>
                <a:spcPts val="0"/>
              </a:spcBef>
              <a:spcAft>
                <a:spcPts val="0"/>
              </a:spcAft>
              <a:buSzPts val="3765"/>
              <a:buNone/>
            </a:pPr>
            <a:r>
              <a:t/>
            </a:r>
            <a:endParaRPr sz="3150">
              <a:highlight>
                <a:srgbClr val="FFFFFE"/>
              </a:highlight>
            </a:endParaRPr>
          </a:p>
          <a:p>
            <a:pPr indent="-457200" lvl="0" marL="457200" rtl="0" algn="l">
              <a:lnSpc>
                <a:spcPct val="100000"/>
              </a:lnSpc>
              <a:spcBef>
                <a:spcPts val="600"/>
              </a:spcBef>
              <a:spcAft>
                <a:spcPts val="0"/>
              </a:spcAft>
              <a:buSzPts val="4129"/>
              <a:buChar char="•"/>
            </a:pPr>
            <a:r>
              <a:rPr b="1" lang="en-US"/>
              <a:t>Exercise 4: </a:t>
            </a:r>
            <a:r>
              <a:rPr lang="en-US"/>
              <a:t>Apply Multiple ML models &amp; Ensemble methods</a:t>
            </a:r>
            <a:endParaRPr/>
          </a:p>
          <a:p>
            <a:pPr indent="-406400" lvl="3" marL="1828800" rtl="0" algn="l">
              <a:lnSpc>
                <a:spcPct val="100000"/>
              </a:lnSpc>
              <a:spcBef>
                <a:spcPts val="0"/>
              </a:spcBef>
              <a:spcAft>
                <a:spcPts val="0"/>
              </a:spcAft>
              <a:buSzPts val="2800"/>
              <a:buChar char="–"/>
            </a:pPr>
            <a:r>
              <a:rPr lang="en-US" sz="2800"/>
              <a:t>Expected Accuracy &gt;=  80%</a:t>
            </a:r>
            <a:endParaRPr/>
          </a:p>
          <a:p>
            <a:pPr indent="457200" lvl="0" marL="914400" rtl="0" algn="l">
              <a:lnSpc>
                <a:spcPct val="100000"/>
              </a:lnSpc>
              <a:spcBef>
                <a:spcPts val="600"/>
              </a:spcBef>
              <a:spcAft>
                <a:spcPts val="0"/>
              </a:spcAft>
              <a:buSzPts val="3765"/>
              <a:buNone/>
            </a:pPr>
            <a:r>
              <a:rPr lang="en-US"/>
              <a:t>(7 Marks)</a:t>
            </a:r>
            <a:endParaRPr/>
          </a:p>
          <a:p>
            <a:pPr indent="-457200" lvl="0" marL="457200" rtl="0" algn="l">
              <a:lnSpc>
                <a:spcPct val="100000"/>
              </a:lnSpc>
              <a:spcBef>
                <a:spcPts val="600"/>
              </a:spcBef>
              <a:spcAft>
                <a:spcPts val="0"/>
              </a:spcAft>
              <a:buSzPts val="4129"/>
              <a:buChar char="•"/>
            </a:pPr>
            <a:r>
              <a:rPr b="1" lang="en-US"/>
              <a:t>Exercise 5:</a:t>
            </a:r>
            <a:r>
              <a:rPr lang="en-US"/>
              <a:t> Pre-process the test set (3 Marks)</a:t>
            </a:r>
            <a:endParaRPr b="1"/>
          </a:p>
          <a:p>
            <a:pPr indent="-457200" lvl="0" marL="457200" rtl="0" algn="l">
              <a:lnSpc>
                <a:spcPct val="100000"/>
              </a:lnSpc>
              <a:spcBef>
                <a:spcPts val="600"/>
              </a:spcBef>
              <a:spcAft>
                <a:spcPts val="0"/>
              </a:spcAft>
              <a:buSzPts val="4129"/>
              <a:buChar char="•"/>
            </a:pPr>
            <a:r>
              <a:rPr b="1" lang="en-US"/>
              <a:t>Exercise 6:</a:t>
            </a:r>
            <a:r>
              <a:rPr lang="en-US"/>
              <a:t> Prediction for test set (2 Marks)</a:t>
            </a:r>
            <a:endParaRPr>
              <a:solidFill>
                <a:srgbClr val="212121"/>
              </a:solidFill>
              <a:highlight>
                <a:srgbClr val="FFFFFF"/>
              </a:highlight>
            </a:endParaRPr>
          </a:p>
          <a:p>
            <a:pPr indent="0" lvl="0" marL="0" rtl="0" algn="l">
              <a:lnSpc>
                <a:spcPct val="100000"/>
              </a:lnSpc>
              <a:spcBef>
                <a:spcPts val="600"/>
              </a:spcBef>
              <a:spcAft>
                <a:spcPts val="0"/>
              </a:spcAft>
              <a:buSzPts val="3765"/>
              <a:buNone/>
            </a:pPr>
            <a:r>
              <a:t/>
            </a:r>
            <a:endParaRPr/>
          </a:p>
        </p:txBody>
      </p:sp>
      <p:pic>
        <p:nvPicPr>
          <p:cNvPr id="157" name="Google Shape;157;g1b35eae3199_0_13" title="IIIT_H.png"/>
          <p:cNvPicPr preferRelativeResize="0"/>
          <p:nvPr/>
        </p:nvPicPr>
        <p:blipFill rotWithShape="1">
          <a:blip r:embed="rId3">
            <a:alphaModFix/>
          </a:blip>
          <a:srcRect b="0" l="0" r="0" t="0"/>
          <a:stretch/>
        </p:blipFill>
        <p:spPr>
          <a:xfrm>
            <a:off x="6663875" y="0"/>
            <a:ext cx="4994724" cy="1211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8"/>
          <p:cNvSpPr txBox="1"/>
          <p:nvPr>
            <p:ph type="title"/>
          </p:nvPr>
        </p:nvSpPr>
        <p:spPr>
          <a:xfrm>
            <a:off x="609600" y="191069"/>
            <a:ext cx="9544334" cy="846161"/>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accent1"/>
              </a:buClr>
              <a:buSzPts val="1800"/>
              <a:buNone/>
            </a:pPr>
            <a:r>
              <a:rPr lang="en-US"/>
              <a:t>Evaluation &amp; Scores</a:t>
            </a:r>
            <a:endParaRPr/>
          </a:p>
        </p:txBody>
      </p:sp>
      <p:sp>
        <p:nvSpPr>
          <p:cNvPr id="163" name="Google Shape;163;p28"/>
          <p:cNvSpPr txBox="1"/>
          <p:nvPr>
            <p:ph idx="1" type="body"/>
          </p:nvPr>
        </p:nvSpPr>
        <p:spPr>
          <a:xfrm>
            <a:off x="609600" y="1160060"/>
            <a:ext cx="10972800" cy="5349922"/>
          </a:xfrm>
          <a:prstGeom prst="rect">
            <a:avLst/>
          </a:prstGeom>
          <a:noFill/>
          <a:ln>
            <a:noFill/>
          </a:ln>
        </p:spPr>
        <p:txBody>
          <a:bodyPr anchorCtr="0" anchor="t" bIns="45700" lIns="91425" spcFirstLastPara="1" rIns="91425" wrap="square" tIns="45700">
            <a:normAutofit/>
          </a:bodyPr>
          <a:lstStyle/>
          <a:p>
            <a:pPr indent="-431800" lvl="0" marL="457200" rtl="0" algn="l">
              <a:lnSpc>
                <a:spcPct val="100000"/>
              </a:lnSpc>
              <a:spcBef>
                <a:spcPts val="600"/>
              </a:spcBef>
              <a:spcAft>
                <a:spcPts val="0"/>
              </a:spcAft>
              <a:buClr>
                <a:schemeClr val="dk1"/>
              </a:buClr>
              <a:buSzPts val="3200"/>
              <a:buChar char="•"/>
            </a:pPr>
            <a:r>
              <a:rPr lang="en-US"/>
              <a:t>The hackathon will take place on Dec 13 &amp; 14, 2025 - Saturday &amp; Sunday (09:00 AM - 6:00 PM)</a:t>
            </a:r>
            <a:endParaRPr/>
          </a:p>
          <a:p>
            <a:pPr indent="-228600" lvl="0" marL="457200" rtl="0" algn="l">
              <a:lnSpc>
                <a:spcPct val="100000"/>
              </a:lnSpc>
              <a:spcBef>
                <a:spcPts val="600"/>
              </a:spcBef>
              <a:spcAft>
                <a:spcPts val="0"/>
              </a:spcAft>
              <a:buClr>
                <a:schemeClr val="dk1"/>
              </a:buClr>
              <a:buSzPts val="3200"/>
              <a:buNone/>
            </a:pPr>
            <a:r>
              <a:t/>
            </a:r>
            <a:endParaRPr/>
          </a:p>
          <a:p>
            <a:pPr indent="-431800" lvl="0" marL="457200" rtl="0" algn="l">
              <a:lnSpc>
                <a:spcPct val="100000"/>
              </a:lnSpc>
              <a:spcBef>
                <a:spcPts val="600"/>
              </a:spcBef>
              <a:spcAft>
                <a:spcPts val="0"/>
              </a:spcAft>
              <a:buClr>
                <a:schemeClr val="dk1"/>
              </a:buClr>
              <a:buSzPts val="3200"/>
              <a:buChar char="•"/>
            </a:pPr>
            <a:r>
              <a:rPr lang="en-US"/>
              <a:t>Evaluation starts from Sunday@ 4 PM</a:t>
            </a:r>
            <a:endParaRPr/>
          </a:p>
          <a:p>
            <a:pPr indent="-228600" lvl="0" marL="457200" rtl="0" algn="l">
              <a:lnSpc>
                <a:spcPct val="100000"/>
              </a:lnSpc>
              <a:spcBef>
                <a:spcPts val="600"/>
              </a:spcBef>
              <a:spcAft>
                <a:spcPts val="0"/>
              </a:spcAft>
              <a:buClr>
                <a:schemeClr val="dk1"/>
              </a:buClr>
              <a:buSzPts val="3200"/>
              <a:buNone/>
            </a:pPr>
            <a:r>
              <a:t/>
            </a:r>
            <a:endParaRPr/>
          </a:p>
          <a:p>
            <a:pPr indent="-431800" lvl="0" marL="457200" rtl="0" algn="l">
              <a:lnSpc>
                <a:spcPct val="100000"/>
              </a:lnSpc>
              <a:spcBef>
                <a:spcPts val="600"/>
              </a:spcBef>
              <a:spcAft>
                <a:spcPts val="0"/>
              </a:spcAft>
              <a:buClr>
                <a:schemeClr val="dk1"/>
              </a:buClr>
              <a:buSzPts val="3200"/>
              <a:buChar char="•"/>
            </a:pPr>
            <a:r>
              <a:rPr lang="en-US"/>
              <a:t>Scores – 30 Marks</a:t>
            </a:r>
            <a:endParaRPr/>
          </a:p>
        </p:txBody>
      </p:sp>
      <p:pic>
        <p:nvPicPr>
          <p:cNvPr id="164" name="Google Shape;164;p28" title="IIIT_H.png"/>
          <p:cNvPicPr preferRelativeResize="0"/>
          <p:nvPr/>
        </p:nvPicPr>
        <p:blipFill rotWithShape="1">
          <a:blip r:embed="rId3">
            <a:alphaModFix/>
          </a:blip>
          <a:srcRect b="0" l="0" r="0" t="0"/>
          <a:stretch/>
        </p:blipFill>
        <p:spPr>
          <a:xfrm>
            <a:off x="6587675" y="0"/>
            <a:ext cx="4994724" cy="12745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7"/>
          <p:cNvSpPr txBox="1"/>
          <p:nvPr>
            <p:ph idx="1" type="body"/>
          </p:nvPr>
        </p:nvSpPr>
        <p:spPr>
          <a:xfrm>
            <a:off x="2416175" y="2511425"/>
            <a:ext cx="7342188" cy="873220"/>
          </a:xfrm>
          <a:prstGeom prst="rect">
            <a:avLst/>
          </a:prstGeom>
          <a:noFill/>
          <a:ln>
            <a:noFill/>
          </a:ln>
        </p:spPr>
        <p:txBody>
          <a:bodyPr anchorCtr="0" anchor="t" bIns="45700" lIns="91425" spcFirstLastPara="1" rIns="91425" wrap="square" tIns="45700">
            <a:normAutofit/>
          </a:bodyPr>
          <a:lstStyle/>
          <a:p>
            <a:pPr indent="-342900" lvl="0" marL="342900" rtl="0" algn="ctr">
              <a:lnSpc>
                <a:spcPct val="100000"/>
              </a:lnSpc>
              <a:spcBef>
                <a:spcPts val="0"/>
              </a:spcBef>
              <a:spcAft>
                <a:spcPts val="0"/>
              </a:spcAft>
              <a:buClr>
                <a:schemeClr val="accent1"/>
              </a:buClr>
              <a:buSzPts val="4400"/>
              <a:buNone/>
            </a:pPr>
            <a:r>
              <a:rPr lang="en-US"/>
              <a:t>Thanks!!</a:t>
            </a:r>
            <a:endParaRPr/>
          </a:p>
        </p:txBody>
      </p:sp>
      <p:sp>
        <p:nvSpPr>
          <p:cNvPr id="170" name="Google Shape;170;p7"/>
          <p:cNvSpPr txBox="1"/>
          <p:nvPr>
            <p:ph idx="2" type="body"/>
          </p:nvPr>
        </p:nvSpPr>
        <p:spPr>
          <a:xfrm>
            <a:off x="2455863" y="3398838"/>
            <a:ext cx="7302286" cy="914400"/>
          </a:xfrm>
          <a:prstGeom prst="rect">
            <a:avLst/>
          </a:prstGeom>
          <a:noFill/>
          <a:ln>
            <a:noFill/>
          </a:ln>
        </p:spPr>
        <p:txBody>
          <a:bodyPr anchorCtr="0" anchor="t" bIns="45700" lIns="91425" spcFirstLastPara="1" rIns="91425" wrap="square" tIns="45700">
            <a:normAutofit/>
          </a:bodyPr>
          <a:lstStyle/>
          <a:p>
            <a:pPr indent="-342900" lvl="0" marL="342900" rtl="0" algn="ctr">
              <a:lnSpc>
                <a:spcPct val="100000"/>
              </a:lnSpc>
              <a:spcBef>
                <a:spcPts val="0"/>
              </a:spcBef>
              <a:spcAft>
                <a:spcPts val="0"/>
              </a:spcAft>
              <a:buClr>
                <a:schemeClr val="dk1"/>
              </a:buClr>
              <a:buSzPts val="3200"/>
              <a:buNone/>
            </a:pPr>
            <a:r>
              <a:rPr lang="en-US"/>
              <a:t>Questions?</a:t>
            </a:r>
            <a:endParaRPr/>
          </a:p>
        </p:txBody>
      </p:sp>
      <p:pic>
        <p:nvPicPr>
          <p:cNvPr id="171" name="Google Shape;171;p7" title="IIIT_H.png"/>
          <p:cNvPicPr preferRelativeResize="0"/>
          <p:nvPr/>
        </p:nvPicPr>
        <p:blipFill rotWithShape="1">
          <a:blip r:embed="rId3">
            <a:alphaModFix/>
          </a:blip>
          <a:srcRect b="0" l="0" r="0" t="0"/>
          <a:stretch/>
        </p:blipFill>
        <p:spPr>
          <a:xfrm>
            <a:off x="6663875" y="0"/>
            <a:ext cx="4994724" cy="13684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AIML_Templatev5_08312018">
  <a:themeElements>
    <a:clrScheme name="AIML">
      <a:dk1>
        <a:srgbClr val="000000"/>
      </a:dk1>
      <a:lt1>
        <a:srgbClr val="FFFFFF"/>
      </a:lt1>
      <a:dk2>
        <a:srgbClr val="1F497D"/>
      </a:dk2>
      <a:lt2>
        <a:srgbClr val="EEECE1"/>
      </a:lt2>
      <a:accent1>
        <a:srgbClr val="EF6C00"/>
      </a:accent1>
      <a:accent2>
        <a:srgbClr val="632423"/>
      </a:accent2>
      <a:accent3>
        <a:srgbClr val="4F6128"/>
      </a:accent3>
      <a:accent4>
        <a:srgbClr val="3F3151"/>
      </a:accent4>
      <a:accent5>
        <a:srgbClr val="205867"/>
      </a:accent5>
      <a:accent6>
        <a:srgbClr val="974806"/>
      </a:accent6>
      <a:hlink>
        <a:srgbClr val="00007F"/>
      </a:hlink>
      <a:folHlink>
        <a:srgbClr val="3F004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2020-03-04T06:49:24Z</dcterms:created>
  <dc:creator>tsuser</dc:creator>
</cp:coreProperties>
</file>