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pFmWZdpe/h22b9KMDO1Gv9hKh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9"/>
          <p:cNvCxnSpPr/>
          <p:nvPr/>
        </p:nvCxnSpPr>
        <p:spPr>
          <a:xfrm>
            <a:off x="9279031" y="423585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9"/>
          <p:cNvCxnSpPr/>
          <p:nvPr/>
        </p:nvCxnSpPr>
        <p:spPr>
          <a:xfrm>
            <a:off x="2035431" y="4211003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" name="Google Shape;19;p9"/>
          <p:cNvGrpSpPr/>
          <p:nvPr/>
        </p:nvGrpSpPr>
        <p:grpSpPr>
          <a:xfrm>
            <a:off x="518606" y="1362700"/>
            <a:ext cx="10986448" cy="494518"/>
            <a:chOff x="1346429" y="1011300"/>
            <a:chExt cx="6452100" cy="152400"/>
          </a:xfrm>
        </p:grpSpPr>
        <p:cxnSp>
          <p:nvCxnSpPr>
            <p:cNvPr id="20" name="Google Shape;20;p9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9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" name="Google Shape;22;p9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23" name="Google Shape;23;p9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9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1525" y="210875"/>
            <a:ext cx="5324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77613" y="191075"/>
            <a:ext cx="5324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/>
          <p:nvPr>
            <p:ph type="title"/>
          </p:nvPr>
        </p:nvSpPr>
        <p:spPr>
          <a:xfrm>
            <a:off x="609600" y="191069"/>
            <a:ext cx="9517039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" type="body"/>
          </p:nvPr>
        </p:nvSpPr>
        <p:spPr>
          <a:xfrm>
            <a:off x="609600" y="1160060"/>
            <a:ext cx="5410200" cy="53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1"/>
          <p:cNvSpPr txBox="1"/>
          <p:nvPr>
            <p:ph idx="2" type="body"/>
          </p:nvPr>
        </p:nvSpPr>
        <p:spPr>
          <a:xfrm>
            <a:off x="6335973" y="1173707"/>
            <a:ext cx="5410200" cy="52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11491414" y="6492875"/>
            <a:ext cx="700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6863" y="191075"/>
            <a:ext cx="5324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1_Thank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11450472" y="6492875"/>
            <a:ext cx="741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b="1" sz="4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1" name="Google Shape;4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13250" y="342500"/>
            <a:ext cx="5324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ctrTitle"/>
          </p:nvPr>
        </p:nvSpPr>
        <p:spPr>
          <a:xfrm>
            <a:off x="914400" y="2947916"/>
            <a:ext cx="10363200" cy="121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" type="subTitle"/>
          </p:nvPr>
        </p:nvSpPr>
        <p:spPr>
          <a:xfrm>
            <a:off x="2961564" y="4336584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3"/>
          <p:cNvCxnSpPr/>
          <p:nvPr/>
        </p:nvCxnSpPr>
        <p:spPr>
          <a:xfrm>
            <a:off x="9279031" y="4795419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13"/>
          <p:cNvCxnSpPr/>
          <p:nvPr/>
        </p:nvCxnSpPr>
        <p:spPr>
          <a:xfrm>
            <a:off x="2035431" y="477057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" name="Google Shape;48;p13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49" name="Google Shape;49;p13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" name="Google Shape;50;p13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609599" y="1180271"/>
            <a:ext cx="53863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5"/>
          <p:cNvSpPr txBox="1"/>
          <p:nvPr>
            <p:ph idx="2" type="body"/>
          </p:nvPr>
        </p:nvSpPr>
        <p:spPr>
          <a:xfrm>
            <a:off x="609600" y="1883390"/>
            <a:ext cx="5386388" cy="4626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15"/>
          <p:cNvSpPr txBox="1"/>
          <p:nvPr>
            <p:ph idx="3" type="body"/>
          </p:nvPr>
        </p:nvSpPr>
        <p:spPr>
          <a:xfrm>
            <a:off x="6192839" y="1166623"/>
            <a:ext cx="538956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5"/>
          <p:cNvSpPr txBox="1"/>
          <p:nvPr>
            <p:ph idx="4" type="body"/>
          </p:nvPr>
        </p:nvSpPr>
        <p:spPr>
          <a:xfrm>
            <a:off x="6192838" y="1842448"/>
            <a:ext cx="5389562" cy="4640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64163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609600" y="191069"/>
            <a:ext cx="9557982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1464118" y="6492875"/>
            <a:ext cx="7278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11450472" y="6492875"/>
            <a:ext cx="741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b="1" sz="4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20"/>
          <p:cNvSpPr txBox="1"/>
          <p:nvPr>
            <p:ph idx="2" type="body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2" name="Google Shape;82;p2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/>
          <p:nvPr>
            <p:ph idx="2" type="pic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0" name="Google Shape;90;p2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 rot="5400000">
            <a:off x="3393744" y="-1624084"/>
            <a:ext cx="540451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>
  <p:cSld name="標題及物件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idx="1" type="body"/>
          </p:nvPr>
        </p:nvSpPr>
        <p:spPr>
          <a:xfrm>
            <a:off x="609600" y="1105469"/>
            <a:ext cx="10972800" cy="53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2" type="sldNum"/>
          </p:nvPr>
        </p:nvSpPr>
        <p:spPr>
          <a:xfrm>
            <a:off x="11461709" y="6425015"/>
            <a:ext cx="730291" cy="432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23"/>
          <p:cNvSpPr txBox="1"/>
          <p:nvPr>
            <p:ph type="title"/>
          </p:nvPr>
        </p:nvSpPr>
        <p:spPr>
          <a:xfrm>
            <a:off x="609600" y="191069"/>
            <a:ext cx="9612573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5" name="Google Shape;10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160059"/>
            <a:ext cx="10972800" cy="5404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Data Munging</a:t>
            </a:r>
            <a:endParaRPr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en-US" sz="2800"/>
              <a:t>Mini Hackathon : 20 Marks</a:t>
            </a:r>
            <a:endParaRPr/>
          </a:p>
        </p:txBody>
      </p:sp>
      <p:pic>
        <p:nvPicPr>
          <p:cNvPr id="112" name="Google Shape;112;p1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610601" cy="12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609600" y="191075"/>
            <a:ext cx="5907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Perform Data pre-processing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Data preprocessing is an important step in solving every machine learning problem.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Most of the datasets used with Machine Learning problems need to be processed / cleaned / transformed so that a Machine Learning algorithm can be trained on it.</a:t>
            </a:r>
            <a:endParaRPr/>
          </a:p>
        </p:txBody>
      </p:sp>
      <p:pic>
        <p:nvPicPr>
          <p:cNvPr id="119" name="Google Shape;119;p3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609600" y="191069"/>
            <a:ext cx="9517039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5" name="Google Shape;125;p24"/>
          <p:cNvSpPr txBox="1"/>
          <p:nvPr>
            <p:ph idx="2" type="body"/>
          </p:nvPr>
        </p:nvSpPr>
        <p:spPr>
          <a:xfrm>
            <a:off x="6335973" y="1173707"/>
            <a:ext cx="5410200" cy="52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We will be using district wise: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Demographics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Enrollments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Teacher indicator data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Predict whether the literacy rate is high/medium/low in each district using the district wise data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01" y="2552960"/>
            <a:ext cx="5170598" cy="25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609600" y="1160060"/>
            <a:ext cx="5410200" cy="53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8" name="Google Shape;128;p24" title="IIIT_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7675" y="0"/>
            <a:ext cx="4610601" cy="12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 title="IIIT_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7675" y="0"/>
            <a:ext cx="4994724" cy="12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Char char="•"/>
            </a:pPr>
            <a:r>
              <a:rPr b="1" lang="en-US"/>
              <a:t>Districtwise_basicdata.csv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Char char="–"/>
            </a:pPr>
            <a:r>
              <a:rPr lang="en-US"/>
              <a:t>Year, state name, district name, total no. of schools, total population, female literacy rate, etc…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Char char="–"/>
            </a:pPr>
            <a:r>
              <a:rPr b="1" i="1" lang="en-US">
                <a:solidFill>
                  <a:srgbClr val="00B050"/>
                </a:solidFill>
              </a:rPr>
              <a:t>Overall literacy rate (target column)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Char char="•"/>
            </a:pPr>
            <a:r>
              <a:rPr b="1" lang="en-US"/>
              <a:t>Districtwise_enrollment_details_indicator.csv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Char char="–"/>
            </a:pPr>
            <a:r>
              <a:rPr lang="en-US"/>
              <a:t>Total enrolments in government, private schools, rural enrolments in government schools, etc..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Char char="•"/>
            </a:pPr>
            <a:r>
              <a:rPr b="1" lang="en-US"/>
              <a:t>Districtwise_teacher_indicator.csv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Char char="–"/>
            </a:pPr>
            <a:r>
              <a:rPr lang="en-US"/>
              <a:t>Teachers in government, private schools; Teachers in un-recognized schools; Position of teachers by educational qualification like graduate, post-graduate, ph.D, etc…</a:t>
            </a:r>
            <a:endParaRPr/>
          </a:p>
        </p:txBody>
      </p:sp>
      <p:pic>
        <p:nvPicPr>
          <p:cNvPr id="136" name="Google Shape;136;p25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Dataset Allocation for Teams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Team A</a:t>
            </a:r>
            <a:r>
              <a:rPr lang="en-US"/>
              <a:t> = Group 1,3,5,7,9,11,13,15,17,19,21,23,25,27,29,31,33,35,37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Districtwise_Basicdata.csv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Districtwise_Enrollment_details_indicator.csv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Team B</a:t>
            </a:r>
            <a:r>
              <a:rPr lang="en-US"/>
              <a:t> = Group 2,4,6,8,10,12,14,16,18,20,22,24,26,28,30,32,34,36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Districtwise_Basicdata.csv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Districtwise_Teacher_indicator.csv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43" name="Google Shape;143;p26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2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Tasks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609600" y="1160060"/>
            <a:ext cx="10972800" cy="5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1: </a:t>
            </a:r>
            <a:r>
              <a:rPr lang="en-US"/>
              <a:t>Load and Explore the Data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2: </a:t>
            </a:r>
            <a:r>
              <a:rPr lang="en-US"/>
              <a:t>Data Integration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3:</a:t>
            </a:r>
            <a:r>
              <a:rPr lang="en-US"/>
              <a:t> Data Cleaning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4: </a:t>
            </a:r>
            <a:r>
              <a:rPr lang="en-US"/>
              <a:t>Drop unnecessary columns/duplicate columns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5:</a:t>
            </a:r>
            <a:r>
              <a:rPr lang="en-US"/>
              <a:t> Apply Correlation Matrix and remove highly correlated features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6:</a:t>
            </a:r>
            <a:r>
              <a:rPr lang="en-US"/>
              <a:t> Normalizing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7:</a:t>
            </a:r>
            <a:r>
              <a:rPr lang="en-US"/>
              <a:t> Train the model</a:t>
            </a:r>
            <a:endParaRPr/>
          </a:p>
          <a:p>
            <a:pPr indent="-371986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Char char="–"/>
            </a:pPr>
            <a:r>
              <a:rPr lang="en-US"/>
              <a:t>Expected Accuracy is above 90%</a:t>
            </a:r>
            <a:endParaRPr/>
          </a:p>
        </p:txBody>
      </p:sp>
      <p:pic>
        <p:nvPicPr>
          <p:cNvPr id="150" name="Google Shape;150;p27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Evaluation &amp; Scores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hackathon will take place on Dec 13 &amp; 14, 2025 - Saturday &amp; Sunday (09:00 AM - 6:00 PM)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Evaluation starts from Saturday@ 4 PM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Scores – 20 Marks</a:t>
            </a:r>
            <a:endParaRPr/>
          </a:p>
        </p:txBody>
      </p:sp>
      <p:pic>
        <p:nvPicPr>
          <p:cNvPr id="157" name="Google Shape;157;p28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0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</a:pPr>
            <a:r>
              <a:rPr lang="en-US"/>
              <a:t>Thanks!!</a:t>
            </a:r>
            <a:endParaRPr/>
          </a:p>
        </p:txBody>
      </p:sp>
      <p:sp>
        <p:nvSpPr>
          <p:cNvPr id="163" name="Google Shape;163;p7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Questions?</a:t>
            </a:r>
            <a:endParaRPr/>
          </a:p>
        </p:txBody>
      </p:sp>
      <p:pic>
        <p:nvPicPr>
          <p:cNvPr id="164" name="Google Shape;164;p7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ML_Templatev5_08312018">
  <a:themeElements>
    <a:clrScheme name="AIM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632423"/>
      </a:accent2>
      <a:accent3>
        <a:srgbClr val="4F6128"/>
      </a:accent3>
      <a:accent4>
        <a:srgbClr val="3F3151"/>
      </a:accent4>
      <a:accent5>
        <a:srgbClr val="205867"/>
      </a:accent5>
      <a:accent6>
        <a:srgbClr val="974806"/>
      </a:accent6>
      <a:hlink>
        <a:srgbClr val="00007F"/>
      </a:hlink>
      <a:folHlink>
        <a:srgbClr val="3F0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2020-03-04T06:49:24Z</dcterms:created>
  <dc:creator>tsuser</dc:creator>
</cp:coreProperties>
</file>